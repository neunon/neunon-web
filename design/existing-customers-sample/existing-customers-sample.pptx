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  <p:sldMasterId id="2147483672" r:id="rId2"/>
  </p:sldMasterIdLst>
  <p:notesMasterIdLst>
    <p:notesMasterId r:id="rId32"/>
  </p:notesMasterIdLst>
  <p:handoutMasterIdLst>
    <p:handoutMasterId r:id="rId33"/>
  </p:handoutMasterIdLst>
  <p:sldIdLst>
    <p:sldId id="256" r:id="rId12"/>
    <p:sldId id="257" r:id="rId13"/>
    <p:sldId id="258" r:id="rId14"/>
    <p:sldId id="259" r:id="rId15"/>
    <p:sldId id="260" r:id="rId16"/>
  </p:sldIdLst>
  <p:sldSz cx="9906000" cy="6858000" type="A4"/>
  <p:notesSz cx="6797675" cy="9926638"/>
  <p:custDataLst>
    <p:tags r:id="rId34"/>
  </p:custDataLst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Arial"/>
        <a:ea typeface="ＭＳ Ｐゴシック" pitchFamily="50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Arial"/>
        <a:ea typeface="ＭＳ Ｐゴシック" pitchFamily="50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Arial"/>
        <a:ea typeface="ＭＳ Ｐゴシック" pitchFamily="50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Arial"/>
        <a:ea typeface="ＭＳ Ｐゴシック" pitchFamily="50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Arial"/>
        <a:ea typeface="ＭＳ Ｐゴシック" pitchFamily="50" charset="-128"/>
        <a:cs typeface="+mn-cs"/>
      </a:defRPr>
    </a:lvl5pPr>
    <a:lvl6pPr marL="2286000" algn="l" defTabSz="914400" rtl="0" eaLnBrk="1" latinLnBrk="0" hangingPunct="1">
      <a:defRPr kumimoji="1" sz="1600" kern="1200">
        <a:solidFill>
          <a:schemeClr val="tx1"/>
        </a:solidFill>
        <a:latin typeface="Arial"/>
        <a:ea typeface="ＭＳ Ｐゴシック" pitchFamily="50" charset="-128"/>
        <a:cs typeface="+mn-cs"/>
      </a:defRPr>
    </a:lvl6pPr>
    <a:lvl7pPr marL="2743200" algn="l" defTabSz="914400" rtl="0" eaLnBrk="1" latinLnBrk="0" hangingPunct="1">
      <a:defRPr kumimoji="1" sz="1600" kern="1200">
        <a:solidFill>
          <a:schemeClr val="tx1"/>
        </a:solidFill>
        <a:latin typeface="Arial"/>
        <a:ea typeface="ＭＳ Ｐゴシック" pitchFamily="50" charset="-128"/>
        <a:cs typeface="+mn-cs"/>
      </a:defRPr>
    </a:lvl7pPr>
    <a:lvl8pPr marL="3200400" algn="l" defTabSz="914400" rtl="0" eaLnBrk="1" latinLnBrk="0" hangingPunct="1">
      <a:defRPr kumimoji="1" sz="1600" kern="1200">
        <a:solidFill>
          <a:schemeClr val="tx1"/>
        </a:solidFill>
        <a:latin typeface="Arial"/>
        <a:ea typeface="ＭＳ Ｐゴシック" pitchFamily="50" charset="-128"/>
        <a:cs typeface="+mn-cs"/>
      </a:defRPr>
    </a:lvl8pPr>
    <a:lvl9pPr marL="3657600" algn="l" defTabSz="914400" rtl="0" eaLnBrk="1" latinLnBrk="0" hangingPunct="1">
      <a:defRPr kumimoji="1" sz="1600" kern="1200">
        <a:solidFill>
          <a:schemeClr val="tx1"/>
        </a:solidFill>
        <a:latin typeface="Arial"/>
        <a:ea typeface="ＭＳ Ｐゴシック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  <p15:guide id="3" pos="50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2222"/>
    <a:srgbClr val="E4E4E4"/>
    <a:srgbClr val="F2F2F2"/>
    <a:srgbClr val="FFCCCC"/>
    <a:srgbClr val="3366CC"/>
    <a:srgbClr val="0066FF"/>
    <a:srgbClr val="4D4D4D"/>
    <a:srgbClr val="060000"/>
    <a:srgbClr val="969696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627865-F4D0-42CC-9E07-48537747BF78}" v="4154" dt="2026-09-14T03:43:15.0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6" autoAdjust="0"/>
    <p:restoredTop sz="94660"/>
  </p:normalViewPr>
  <p:slideViewPr>
    <p:cSldViewPr snapToObjects="1" showGuides="1">
      <p:cViewPr varScale="1">
        <p:scale>
          <a:sx n="78" d="100"/>
          <a:sy n="78" d="100"/>
        </p:scale>
        <p:origin x="756" y="18"/>
      </p:cViewPr>
      <p:guideLst>
        <p:guide orient="horz" pos="2160"/>
        <p:guide pos="3120"/>
        <p:guide pos="50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10356"/>
    </p:cViewPr>
  </p:sorterViewPr>
  <p:notesViewPr>
    <p:cSldViewPr snapToObjects="1">
      <p:cViewPr varScale="1">
        <p:scale>
          <a:sx n="44" d="100"/>
          <a:sy n="44" d="100"/>
        </p:scale>
        <p:origin x="2852" y="4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32" Type="http://schemas.openxmlformats.org/officeDocument/2006/relationships/notesMaster" Target="notesMasters/notesMaster1.xml"/><Relationship Id="rId33" Type="http://schemas.openxmlformats.org/officeDocument/2006/relationships/handoutMaster" Target="handoutMasters/handoutMaster1.xml"/><Relationship Id="rId34" Type="http://schemas.openxmlformats.org/officeDocument/2006/relationships/tags" Target="tags/tag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Relationship Id="rId39" Type="http://schemas.microsoft.com/office/2016/11/relationships/changesInfo" Target="changesInfos/changesInfo1.xml"/><Relationship Id="rId4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坂本 慧" userId="5feb6440-eb45-4c09-902d-2ebbe8048c41" providerId="ADAL" clId="{56447402-45BC-42A8-B7DC-3903C332109E}"/>
    <pc:docChg chg="undo redo custSel addSld delSld modSld sldOrd addMainMaster delMainMaster modMainMaster">
      <pc:chgData name="坂本 慧" userId="5feb6440-eb45-4c09-902d-2ebbe8048c41" providerId="ADAL" clId="{56447402-45BC-42A8-B7DC-3903C332109E}" dt="2026-09-14T03:43:15.065" v="13426" actId="164"/>
      <pc:docMkLst>
        <pc:docMk/>
      </pc:docMkLst>
      <pc:sldChg chg="addSp delSp modSp add mod">
        <pc:chgData name="坂本 慧" userId="5feb6440-eb45-4c09-902d-2ebbe8048c41" providerId="ADAL" clId="{56447402-45BC-42A8-B7DC-3903C332109E}" dt="2026-08-26T23:26:21.374" v="9244" actId="1076"/>
        <pc:sldMkLst>
          <pc:docMk/>
          <pc:sldMk cId="134733762" sldId="262"/>
        </pc:sldMkLst>
        <pc:spChg chg="mod">
          <ac:chgData name="坂本 慧" userId="5feb6440-eb45-4c09-902d-2ebbe8048c41" providerId="ADAL" clId="{56447402-45BC-42A8-B7DC-3903C332109E}" dt="2026-08-26T23:25:41.430" v="9230"/>
          <ac:spMkLst>
            <pc:docMk/>
            <pc:sldMk cId="134733762" sldId="262"/>
            <ac:spMk id="3" creationId="{8A1D0E53-BC0C-0FC6-2164-A2B506C0097F}"/>
          </ac:spMkLst>
        </pc:spChg>
        <pc:spChg chg="mod">
          <ac:chgData name="坂本 慧" userId="5feb6440-eb45-4c09-902d-2ebbe8048c41" providerId="ADAL" clId="{56447402-45BC-42A8-B7DC-3903C332109E}" dt="2026-08-26T23:25:41.430" v="9230"/>
          <ac:spMkLst>
            <pc:docMk/>
            <pc:sldMk cId="134733762" sldId="262"/>
            <ac:spMk id="4" creationId="{BB8E1436-889D-91F2-EEC3-1B426D1232AF}"/>
          </ac:spMkLst>
        </pc:spChg>
        <pc:spChg chg="mod">
          <ac:chgData name="坂本 慧" userId="5feb6440-eb45-4c09-902d-2ebbe8048c41" providerId="ADAL" clId="{56447402-45BC-42A8-B7DC-3903C332109E}" dt="2026-08-26T23:25:41.430" v="9230"/>
          <ac:spMkLst>
            <pc:docMk/>
            <pc:sldMk cId="134733762" sldId="262"/>
            <ac:spMk id="8" creationId="{1B386931-066A-9D1D-2151-BF9BD0CFF324}"/>
          </ac:spMkLst>
        </pc:spChg>
        <pc:spChg chg="mod">
          <ac:chgData name="坂本 慧" userId="5feb6440-eb45-4c09-902d-2ebbe8048c41" providerId="ADAL" clId="{56447402-45BC-42A8-B7DC-3903C332109E}" dt="2026-08-26T23:25:41.430" v="9230"/>
          <ac:spMkLst>
            <pc:docMk/>
            <pc:sldMk cId="134733762" sldId="262"/>
            <ac:spMk id="10" creationId="{6C745240-409C-F2B7-CE5A-D24B45C42EAE}"/>
          </ac:spMkLst>
        </pc:spChg>
        <pc:spChg chg="mod">
          <ac:chgData name="坂本 慧" userId="5feb6440-eb45-4c09-902d-2ebbe8048c41" providerId="ADAL" clId="{56447402-45BC-42A8-B7DC-3903C332109E}" dt="2026-08-26T23:26:17.721" v="9243"/>
          <ac:spMkLst>
            <pc:docMk/>
            <pc:sldMk cId="134733762" sldId="262"/>
            <ac:spMk id="48" creationId="{716AF1EE-1ECE-B499-0A21-210D99F5E704}"/>
          </ac:spMkLst>
        </pc:spChg>
        <pc:spChg chg="mod">
          <ac:chgData name="坂本 慧" userId="5feb6440-eb45-4c09-902d-2ebbe8048c41" providerId="ADAL" clId="{56447402-45BC-42A8-B7DC-3903C332109E}" dt="2026-08-26T23:26:17.721" v="9243"/>
          <ac:spMkLst>
            <pc:docMk/>
            <pc:sldMk cId="134733762" sldId="262"/>
            <ac:spMk id="54" creationId="{575087AD-C6CF-8DD7-4E0A-B162C5E3D6EC}"/>
          </ac:spMkLst>
        </pc:spChg>
        <pc:spChg chg="mod">
          <ac:chgData name="坂本 慧" userId="5feb6440-eb45-4c09-902d-2ebbe8048c41" providerId="ADAL" clId="{56447402-45BC-42A8-B7DC-3903C332109E}" dt="2026-08-26T23:26:17.721" v="9243"/>
          <ac:spMkLst>
            <pc:docMk/>
            <pc:sldMk cId="134733762" sldId="262"/>
            <ac:spMk id="55" creationId="{E09C42E3-498F-8EE9-D7FA-6713A59B98E7}"/>
          </ac:spMkLst>
        </pc:spChg>
        <pc:spChg chg="mod">
          <ac:chgData name="坂本 慧" userId="5feb6440-eb45-4c09-902d-2ebbe8048c41" providerId="ADAL" clId="{56447402-45BC-42A8-B7DC-3903C332109E}" dt="2026-08-26T23:24:02.055" v="9205"/>
          <ac:spMkLst>
            <pc:docMk/>
            <pc:sldMk cId="134733762" sldId="262"/>
            <ac:spMk id="63" creationId="{0EAAAF93-F932-EB41-655A-94DEEABE9731}"/>
          </ac:spMkLst>
        </pc:spChg>
        <pc:spChg chg="mod">
          <ac:chgData name="坂本 慧" userId="5feb6440-eb45-4c09-902d-2ebbe8048c41" providerId="ADAL" clId="{56447402-45BC-42A8-B7DC-3903C332109E}" dt="2026-08-26T23:24:02.055" v="9205"/>
          <ac:spMkLst>
            <pc:docMk/>
            <pc:sldMk cId="134733762" sldId="262"/>
            <ac:spMk id="64" creationId="{0E0C2166-1A87-6F90-A8B1-9C74EA544230}"/>
          </ac:spMkLst>
        </pc:spChg>
        <pc:spChg chg="mod">
          <ac:chgData name="坂本 慧" userId="5feb6440-eb45-4c09-902d-2ebbe8048c41" providerId="ADAL" clId="{56447402-45BC-42A8-B7DC-3903C332109E}" dt="2026-08-26T23:24:02.055" v="9205"/>
          <ac:spMkLst>
            <pc:docMk/>
            <pc:sldMk cId="134733762" sldId="262"/>
            <ac:spMk id="65" creationId="{CB668CF3-2054-E751-635B-CE06331E9031}"/>
          </ac:spMkLst>
        </pc:spChg>
        <pc:spChg chg="mod">
          <ac:chgData name="坂本 慧" userId="5feb6440-eb45-4c09-902d-2ebbe8048c41" providerId="ADAL" clId="{56447402-45BC-42A8-B7DC-3903C332109E}" dt="2026-08-26T23:24:21.805" v="9213"/>
          <ac:spMkLst>
            <pc:docMk/>
            <pc:sldMk cId="134733762" sldId="262"/>
            <ac:spMk id="67" creationId="{34517C2C-EAE8-4399-A08F-54B959A3D721}"/>
          </ac:spMkLst>
        </pc:spChg>
        <pc:spChg chg="mod">
          <ac:chgData name="坂本 慧" userId="5feb6440-eb45-4c09-902d-2ebbe8048c41" providerId="ADAL" clId="{56447402-45BC-42A8-B7DC-3903C332109E}" dt="2026-08-26T23:24:21.805" v="9213"/>
          <ac:spMkLst>
            <pc:docMk/>
            <pc:sldMk cId="134733762" sldId="262"/>
            <ac:spMk id="68" creationId="{BA9878F2-AB36-1357-E189-A888FBE44F92}"/>
          </ac:spMkLst>
        </pc:spChg>
        <pc:spChg chg="mod">
          <ac:chgData name="坂本 慧" userId="5feb6440-eb45-4c09-902d-2ebbe8048c41" providerId="ADAL" clId="{56447402-45BC-42A8-B7DC-3903C332109E}" dt="2026-08-26T23:24:21.805" v="9213"/>
          <ac:spMkLst>
            <pc:docMk/>
            <pc:sldMk cId="134733762" sldId="262"/>
            <ac:spMk id="69" creationId="{A009A380-3166-A41E-88C1-649DD160F13B}"/>
          </ac:spMkLst>
        </pc:spChg>
        <pc:spChg chg="mod">
          <ac:chgData name="坂本 慧" userId="5feb6440-eb45-4c09-902d-2ebbe8048c41" providerId="ADAL" clId="{56447402-45BC-42A8-B7DC-3903C332109E}" dt="2026-08-26T23:24:21.805" v="9213"/>
          <ac:spMkLst>
            <pc:docMk/>
            <pc:sldMk cId="134733762" sldId="262"/>
            <ac:spMk id="70" creationId="{CB93A602-3B25-CB27-7F20-62C961F3605A}"/>
          </ac:spMkLst>
        </pc:spChg>
        <pc:spChg chg="mod">
          <ac:chgData name="坂本 慧" userId="5feb6440-eb45-4c09-902d-2ebbe8048c41" providerId="ADAL" clId="{56447402-45BC-42A8-B7DC-3903C332109E}" dt="2026-08-26T23:24:21.805" v="9213"/>
          <ac:spMkLst>
            <pc:docMk/>
            <pc:sldMk cId="134733762" sldId="262"/>
            <ac:spMk id="71" creationId="{68C6D44B-5AF8-1849-3ABD-C25813D55C33}"/>
          </ac:spMkLst>
        </pc:spChg>
        <pc:spChg chg="mod">
          <ac:chgData name="坂本 慧" userId="5feb6440-eb45-4c09-902d-2ebbe8048c41" providerId="ADAL" clId="{56447402-45BC-42A8-B7DC-3903C332109E}" dt="2026-08-26T23:24:21.805" v="9213"/>
          <ac:spMkLst>
            <pc:docMk/>
            <pc:sldMk cId="134733762" sldId="262"/>
            <ac:spMk id="72" creationId="{3C4093EE-6BB9-B780-D508-D9E594221310}"/>
          </ac:spMkLst>
        </pc:spChg>
        <pc:spChg chg="mod">
          <ac:chgData name="坂本 慧" userId="5feb6440-eb45-4c09-902d-2ebbe8048c41" providerId="ADAL" clId="{56447402-45BC-42A8-B7DC-3903C332109E}" dt="2026-08-26T23:24:21.805" v="9213"/>
          <ac:spMkLst>
            <pc:docMk/>
            <pc:sldMk cId="134733762" sldId="262"/>
            <ac:spMk id="73" creationId="{A1D444D7-455F-B9B6-F02F-66275EDCFD15}"/>
          </ac:spMkLst>
        </pc:spChg>
        <pc:spChg chg="mod">
          <ac:chgData name="坂本 慧" userId="5feb6440-eb45-4c09-902d-2ebbe8048c41" providerId="ADAL" clId="{56447402-45BC-42A8-B7DC-3903C332109E}" dt="2026-08-26T23:23:38.915" v="9195"/>
          <ac:spMkLst>
            <pc:docMk/>
            <pc:sldMk cId="134733762" sldId="262"/>
            <ac:spMk id="75" creationId="{00FA86A1-1BE8-E570-D458-FB19D42957BA}"/>
          </ac:spMkLst>
        </pc:spChg>
        <pc:spChg chg="mod">
          <ac:chgData name="坂本 慧" userId="5feb6440-eb45-4c09-902d-2ebbe8048c41" providerId="ADAL" clId="{56447402-45BC-42A8-B7DC-3903C332109E}" dt="2026-08-26T23:23:38.915" v="9195"/>
          <ac:spMkLst>
            <pc:docMk/>
            <pc:sldMk cId="134733762" sldId="262"/>
            <ac:spMk id="76" creationId="{16DDC044-5466-A0E7-80A0-2AB5DE0F42D1}"/>
          </ac:spMkLst>
        </pc:spChg>
        <pc:spChg chg="mod">
          <ac:chgData name="坂本 慧" userId="5feb6440-eb45-4c09-902d-2ebbe8048c41" providerId="ADAL" clId="{56447402-45BC-42A8-B7DC-3903C332109E}" dt="2026-08-26T23:23:38.915" v="9195"/>
          <ac:spMkLst>
            <pc:docMk/>
            <pc:sldMk cId="134733762" sldId="262"/>
            <ac:spMk id="77" creationId="{B9269F71-5818-EA7B-454B-AB85F1D96680}"/>
          </ac:spMkLst>
        </pc:spChg>
        <pc:spChg chg="mod">
          <ac:chgData name="坂本 慧" userId="5feb6440-eb45-4c09-902d-2ebbe8048c41" providerId="ADAL" clId="{56447402-45BC-42A8-B7DC-3903C332109E}" dt="2026-08-26T23:23:38.915" v="9195"/>
          <ac:spMkLst>
            <pc:docMk/>
            <pc:sldMk cId="134733762" sldId="262"/>
            <ac:spMk id="79" creationId="{E707879E-5AF0-F85A-E1F8-C66AB68551B6}"/>
          </ac:spMkLst>
        </pc:spChg>
        <pc:spChg chg="mod">
          <ac:chgData name="坂本 慧" userId="5feb6440-eb45-4c09-902d-2ebbe8048c41" providerId="ADAL" clId="{56447402-45BC-42A8-B7DC-3903C332109E}" dt="2026-08-26T23:23:38.915" v="9195"/>
          <ac:spMkLst>
            <pc:docMk/>
            <pc:sldMk cId="134733762" sldId="262"/>
            <ac:spMk id="80" creationId="{8BF80426-6D25-CB5F-25D9-BBC45A4DE02C}"/>
          </ac:spMkLst>
        </pc:spChg>
        <pc:spChg chg="mod">
          <ac:chgData name="坂本 慧" userId="5feb6440-eb45-4c09-902d-2ebbe8048c41" providerId="ADAL" clId="{56447402-45BC-42A8-B7DC-3903C332109E}" dt="2026-08-26T23:23:38.915" v="9195"/>
          <ac:spMkLst>
            <pc:docMk/>
            <pc:sldMk cId="134733762" sldId="262"/>
            <ac:spMk id="81" creationId="{634622A0-6A3F-77CB-3F26-329741C786EA}"/>
          </ac:spMkLst>
        </pc:spChg>
        <pc:spChg chg="mod">
          <ac:chgData name="坂本 慧" userId="5feb6440-eb45-4c09-902d-2ebbe8048c41" providerId="ADAL" clId="{56447402-45BC-42A8-B7DC-3903C332109E}" dt="2026-08-26T23:23:38.915" v="9195"/>
          <ac:spMkLst>
            <pc:docMk/>
            <pc:sldMk cId="134733762" sldId="262"/>
            <ac:spMk id="83" creationId="{05FC146E-37D2-E4A3-4FA4-641DF79C357E}"/>
          </ac:spMkLst>
        </pc:spChg>
        <pc:spChg chg="mod">
          <ac:chgData name="坂本 慧" userId="5feb6440-eb45-4c09-902d-2ebbe8048c41" providerId="ADAL" clId="{56447402-45BC-42A8-B7DC-3903C332109E}" dt="2026-08-26T23:23:38.915" v="9195"/>
          <ac:spMkLst>
            <pc:docMk/>
            <pc:sldMk cId="134733762" sldId="262"/>
            <ac:spMk id="84" creationId="{348244AE-1CC6-41AA-F933-6627BA730D0F}"/>
          </ac:spMkLst>
        </pc:spChg>
        <pc:spChg chg="mod">
          <ac:chgData name="坂本 慧" userId="5feb6440-eb45-4c09-902d-2ebbe8048c41" providerId="ADAL" clId="{56447402-45BC-42A8-B7DC-3903C332109E}" dt="2026-08-26T23:23:38.915" v="9195"/>
          <ac:spMkLst>
            <pc:docMk/>
            <pc:sldMk cId="134733762" sldId="262"/>
            <ac:spMk id="85" creationId="{F7BAF12D-3FD4-8574-9AA1-9EC244A7842E}"/>
          </ac:spMkLst>
        </pc:spChg>
        <pc:spChg chg="mod">
          <ac:chgData name="坂本 慧" userId="5feb6440-eb45-4c09-902d-2ebbe8048c41" providerId="ADAL" clId="{56447402-45BC-42A8-B7DC-3903C332109E}" dt="2026-08-26T23:23:38.915" v="9195"/>
          <ac:spMkLst>
            <pc:docMk/>
            <pc:sldMk cId="134733762" sldId="262"/>
            <ac:spMk id="86" creationId="{4FE8DD6F-79BF-A8D4-F062-503019D127F9}"/>
          </ac:spMkLst>
        </pc:spChg>
        <pc:spChg chg="mod">
          <ac:chgData name="坂本 慧" userId="5feb6440-eb45-4c09-902d-2ebbe8048c41" providerId="ADAL" clId="{56447402-45BC-42A8-B7DC-3903C332109E}" dt="2026-08-26T23:23:29.624" v="9192"/>
          <ac:spMkLst>
            <pc:docMk/>
            <pc:sldMk cId="134733762" sldId="262"/>
            <ac:spMk id="88" creationId="{6985FA39-2230-1B91-5B59-AA6245B1E71E}"/>
          </ac:spMkLst>
        </pc:spChg>
        <pc:spChg chg="mod">
          <ac:chgData name="坂本 慧" userId="5feb6440-eb45-4c09-902d-2ebbe8048c41" providerId="ADAL" clId="{56447402-45BC-42A8-B7DC-3903C332109E}" dt="2026-08-26T23:23:29.624" v="9192"/>
          <ac:spMkLst>
            <pc:docMk/>
            <pc:sldMk cId="134733762" sldId="262"/>
            <ac:spMk id="89" creationId="{634904EE-E217-7E76-F698-3FCE4BDF3B15}"/>
          </ac:spMkLst>
        </pc:spChg>
        <pc:spChg chg="mod">
          <ac:chgData name="坂本 慧" userId="5feb6440-eb45-4c09-902d-2ebbe8048c41" providerId="ADAL" clId="{56447402-45BC-42A8-B7DC-3903C332109E}" dt="2026-08-26T23:23:29.624" v="9192"/>
          <ac:spMkLst>
            <pc:docMk/>
            <pc:sldMk cId="134733762" sldId="262"/>
            <ac:spMk id="90" creationId="{8F7C2139-0F9E-5823-54B9-D3757EB380B7}"/>
          </ac:spMkLst>
        </pc:spChg>
        <pc:grpChg chg="add mod">
          <ac:chgData name="坂本 慧" userId="5feb6440-eb45-4c09-902d-2ebbe8048c41" providerId="ADAL" clId="{56447402-45BC-42A8-B7DC-3903C332109E}" dt="2026-08-26T23:26:10.046" v="9240" actId="1076"/>
          <ac:grpSpMkLst>
            <pc:docMk/>
            <pc:sldMk cId="134733762" sldId="262"/>
            <ac:grpSpMk id="2" creationId="{ECD03857-53F8-A569-F3AC-D2F9947D4D42}"/>
          </ac:grpSpMkLst>
        </pc:grpChg>
        <pc:grpChg chg="add mod">
          <ac:chgData name="坂本 慧" userId="5feb6440-eb45-4c09-902d-2ebbe8048c41" providerId="ADAL" clId="{56447402-45BC-42A8-B7DC-3903C332109E}" dt="2026-08-26T23:26:21.374" v="9244" actId="1076"/>
          <ac:grpSpMkLst>
            <pc:docMk/>
            <pc:sldMk cId="134733762" sldId="262"/>
            <ac:grpSpMk id="47" creationId="{EF1C4B3B-26E6-CD24-32F9-352E63221386}"/>
          </ac:grpSpMkLst>
        </pc:grpChg>
        <pc:grpChg chg="add mod">
          <ac:chgData name="坂本 慧" userId="5feb6440-eb45-4c09-902d-2ebbe8048c41" providerId="ADAL" clId="{56447402-45BC-42A8-B7DC-3903C332109E}" dt="2026-08-26T23:26:21.374" v="9244" actId="1076"/>
          <ac:grpSpMkLst>
            <pc:docMk/>
            <pc:sldMk cId="134733762" sldId="262"/>
            <ac:grpSpMk id="51" creationId="{1D519A5B-1848-5547-1024-C1E1550DD6FA}"/>
          </ac:grpSpMkLst>
        </pc:grpChg>
        <pc:grpChg chg="mod">
          <ac:chgData name="坂本 慧" userId="5feb6440-eb45-4c09-902d-2ebbe8048c41" providerId="ADAL" clId="{56447402-45BC-42A8-B7DC-3903C332109E}" dt="2026-08-26T23:26:17.721" v="9243"/>
          <ac:grpSpMkLst>
            <pc:docMk/>
            <pc:sldMk cId="134733762" sldId="262"/>
            <ac:grpSpMk id="53" creationId="{33C07D57-D4E5-88D7-7262-1468276DACBE}"/>
          </ac:grpSpMkLst>
        </pc:grpChg>
        <pc:grpChg chg="add mod">
          <ac:chgData name="坂本 慧" userId="5feb6440-eb45-4c09-902d-2ebbe8048c41" providerId="ADAL" clId="{56447402-45BC-42A8-B7DC-3903C332109E}" dt="2026-08-26T23:26:06.122" v="9239" actId="1076"/>
          <ac:grpSpMkLst>
            <pc:docMk/>
            <pc:sldMk cId="134733762" sldId="262"/>
            <ac:grpSpMk id="62" creationId="{F49A561E-2DFE-6884-CE45-808C647C3912}"/>
          </ac:grpSpMkLst>
        </pc:grpChg>
        <pc:grpChg chg="add mod">
          <ac:chgData name="坂本 慧" userId="5feb6440-eb45-4c09-902d-2ebbe8048c41" providerId="ADAL" clId="{56447402-45BC-42A8-B7DC-3903C332109E}" dt="2026-08-26T23:24:49.150" v="9224" actId="1076"/>
          <ac:grpSpMkLst>
            <pc:docMk/>
            <pc:sldMk cId="134733762" sldId="262"/>
            <ac:grpSpMk id="66" creationId="{721017BE-C211-8914-7F07-C6DFCF86897C}"/>
          </ac:grpSpMkLst>
        </pc:grpChg>
        <pc:grpChg chg="mod">
          <ac:chgData name="坂本 慧" userId="5feb6440-eb45-4c09-902d-2ebbe8048c41" providerId="ADAL" clId="{56447402-45BC-42A8-B7DC-3903C332109E}" dt="2026-08-26T23:24:41.229" v="9220" actId="1076"/>
          <ac:grpSpMkLst>
            <pc:docMk/>
            <pc:sldMk cId="134733762" sldId="262"/>
            <ac:grpSpMk id="74" creationId="{C8303A3A-3DE4-D911-B89A-F317CAB5B108}"/>
          </ac:grpSpMkLst>
        </pc:grpChg>
        <pc:grpChg chg="add mod">
          <ac:chgData name="坂本 慧" userId="5feb6440-eb45-4c09-902d-2ebbe8048c41" providerId="ADAL" clId="{56447402-45BC-42A8-B7DC-3903C332109E}" dt="2026-08-26T23:25:55.371" v="9236" actId="1076"/>
          <ac:grpSpMkLst>
            <pc:docMk/>
            <pc:sldMk cId="134733762" sldId="262"/>
            <ac:grpSpMk id="87" creationId="{D2CACB43-8318-D7F4-6DFA-887206C1D826}"/>
          </ac:grpSpMkLst>
        </pc:grpChg>
        <pc:graphicFrameChg chg="mod">
          <ac:chgData name="坂本 慧" userId="5feb6440-eb45-4c09-902d-2ebbe8048c41" providerId="ADAL" clId="{56447402-45BC-42A8-B7DC-3903C332109E}" dt="2026-08-26T23:25:41.449" v="9232"/>
          <ac:graphicFrameMkLst>
            <pc:docMk/>
            <pc:sldMk cId="134733762" sldId="262"/>
            <ac:graphicFrameMk id="6" creationId="{2E206A2E-4E65-A393-4555-675F714BAD8F}"/>
          </ac:graphicFrameMkLst>
        </pc:graphicFrameChg>
        <pc:cxnChg chg="mod">
          <ac:chgData name="坂本 慧" userId="5feb6440-eb45-4c09-902d-2ebbe8048c41" providerId="ADAL" clId="{56447402-45BC-42A8-B7DC-3903C332109E}" dt="2026-08-26T23:26:17.721" v="9243"/>
          <ac:cxnSpMkLst>
            <pc:docMk/>
            <pc:sldMk cId="134733762" sldId="262"/>
            <ac:cxnSpMk id="49" creationId="{2525900E-98A0-A947-BD9B-A69CFD2413EB}"/>
          </ac:cxnSpMkLst>
        </pc:cxnChg>
        <pc:cxnChg chg="mod">
          <ac:chgData name="坂本 慧" userId="5feb6440-eb45-4c09-902d-2ebbe8048c41" providerId="ADAL" clId="{56447402-45BC-42A8-B7DC-3903C332109E}" dt="2026-08-26T23:26:17.721" v="9243"/>
          <ac:cxnSpMkLst>
            <pc:docMk/>
            <pc:sldMk cId="134733762" sldId="262"/>
            <ac:cxnSpMk id="50" creationId="{D717FDF9-2A65-6C79-4AF2-83C412FD8B67}"/>
          </ac:cxnSpMkLst>
        </pc:cxnChg>
        <pc:cxnChg chg="mod">
          <ac:chgData name="坂本 慧" userId="5feb6440-eb45-4c09-902d-2ebbe8048c41" providerId="ADAL" clId="{56447402-45BC-42A8-B7DC-3903C332109E}" dt="2026-08-26T23:26:17.721" v="9243"/>
          <ac:cxnSpMkLst>
            <pc:docMk/>
            <pc:sldMk cId="134733762" sldId="262"/>
            <ac:cxnSpMk id="52" creationId="{B12FC9BA-41C9-9261-C9CB-992FFF77C552}"/>
          </ac:cxnSpMkLst>
        </pc:cxnChg>
      </pc:sldChg>
      <pc:sldChg chg="modSp mod">
        <pc:chgData name="坂本 慧" userId="5feb6440-eb45-4c09-902d-2ebbe8048c41" providerId="ADAL" clId="{56447402-45BC-42A8-B7DC-3903C332109E}" dt="2026-08-26T21:38:00.806" v="7722"/>
        <pc:sldMkLst>
          <pc:docMk/>
          <pc:sldMk cId="2099209926" sldId="326"/>
        </pc:sldMkLst>
        <pc:spChg chg="mod">
          <ac:chgData name="坂本 慧" userId="5feb6440-eb45-4c09-902d-2ebbe8048c41" providerId="ADAL" clId="{56447402-45BC-42A8-B7DC-3903C332109E}" dt="2026-08-26T21:38:00.806" v="7722"/>
          <ac:spMkLst>
            <pc:docMk/>
            <pc:sldMk cId="2099209926" sldId="326"/>
            <ac:spMk id="3" creationId="{B899D808-7460-4DE0-BEB8-F43B02C6FFE9}"/>
          </ac:spMkLst>
        </pc:spChg>
      </pc:sldChg>
      <pc:sldChg chg="addSp delSp modSp mod">
        <pc:chgData name="坂本 慧" userId="5feb6440-eb45-4c09-902d-2ebbe8048c41" providerId="ADAL" clId="{56447402-45BC-42A8-B7DC-3903C332109E}" dt="2026-08-30T16:19:51.358" v="13166"/>
        <pc:sldMkLst>
          <pc:docMk/>
          <pc:sldMk cId="3642507774" sldId="345"/>
        </pc:sldMkLst>
        <pc:spChg chg="mod">
          <ac:chgData name="坂本 慧" userId="5feb6440-eb45-4c09-902d-2ebbe8048c41" providerId="ADAL" clId="{56447402-45BC-42A8-B7DC-3903C332109E}" dt="2026-08-30T16:19:51.358" v="13166"/>
          <ac:spMkLst>
            <pc:docMk/>
            <pc:sldMk cId="3642507774" sldId="345"/>
            <ac:spMk id="2" creationId="{DB20FB35-83C8-959C-422B-EB44885C6733}"/>
          </ac:spMkLst>
        </pc:spChg>
        <pc:spChg chg="mod">
          <ac:chgData name="坂本 慧" userId="5feb6440-eb45-4c09-902d-2ebbe8048c41" providerId="ADAL" clId="{56447402-45BC-42A8-B7DC-3903C332109E}" dt="2026-08-27T00:34:35.343" v="12875"/>
          <ac:spMkLst>
            <pc:docMk/>
            <pc:sldMk cId="3642507774" sldId="345"/>
            <ac:spMk id="3" creationId="{53BCBCFD-10B5-D911-7B8B-9986B8A7AC36}"/>
          </ac:spMkLst>
        </pc:spChg>
        <pc:spChg chg="mod">
          <ac:chgData name="坂本 慧" userId="5feb6440-eb45-4c09-902d-2ebbe8048c41" providerId="ADAL" clId="{56447402-45BC-42A8-B7DC-3903C332109E}" dt="2026-08-27T00:34:35.343" v="12876"/>
          <ac:spMkLst>
            <pc:docMk/>
            <pc:sldMk cId="3642507774" sldId="345"/>
            <ac:spMk id="5" creationId="{83419E30-CAF7-A2D9-2DAA-EEF8957F0CDD}"/>
          </ac:spMkLst>
        </pc:spChg>
        <pc:spChg chg="mod">
          <ac:chgData name="坂本 慧" userId="5feb6440-eb45-4c09-902d-2ebbe8048c41" providerId="ADAL" clId="{56447402-45BC-42A8-B7DC-3903C332109E}" dt="2026-08-27T00:37:23.742" v="13082" actId="208"/>
          <ac:spMkLst>
            <pc:docMk/>
            <pc:sldMk cId="3642507774" sldId="345"/>
            <ac:spMk id="6" creationId="{E4632E8A-2D2C-F830-408C-B5BC3966C473}"/>
          </ac:spMkLst>
        </pc:spChg>
        <pc:spChg chg="mod">
          <ac:chgData name="坂本 慧" userId="5feb6440-eb45-4c09-902d-2ebbe8048c41" providerId="ADAL" clId="{56447402-45BC-42A8-B7DC-3903C332109E}" dt="2026-08-27T00:37:05.573" v="13080" actId="208"/>
          <ac:spMkLst>
            <pc:docMk/>
            <pc:sldMk cId="3642507774" sldId="345"/>
            <ac:spMk id="7" creationId="{677C5A31-F7F5-7A60-5C7F-07787D3E7FFD}"/>
          </ac:spMkLst>
        </pc:spChg>
        <pc:spChg chg="mod">
          <ac:chgData name="坂本 慧" userId="5feb6440-eb45-4c09-902d-2ebbe8048c41" providerId="ADAL" clId="{56447402-45BC-42A8-B7DC-3903C332109E}" dt="2026-08-27T00:34:35.345" v="12879"/>
          <ac:spMkLst>
            <pc:docMk/>
            <pc:sldMk cId="3642507774" sldId="345"/>
            <ac:spMk id="8" creationId="{B6903DE8-2574-71E6-D73B-5A853075396C}"/>
          </ac:spMkLst>
        </pc:spChg>
        <pc:spChg chg="mod">
          <ac:chgData name="坂本 慧" userId="5feb6440-eb45-4c09-902d-2ebbe8048c41" providerId="ADAL" clId="{56447402-45BC-42A8-B7DC-3903C332109E}" dt="2026-08-27T00:34:35.345" v="12880"/>
          <ac:spMkLst>
            <pc:docMk/>
            <pc:sldMk cId="3642507774" sldId="345"/>
            <ac:spMk id="9" creationId="{BC80CD62-9D74-D7DA-8A1B-02EF684B9C15}"/>
          </ac:spMkLst>
        </pc:spChg>
        <pc:spChg chg="mod">
          <ac:chgData name="坂本 慧" userId="5feb6440-eb45-4c09-902d-2ebbe8048c41" providerId="ADAL" clId="{56447402-45BC-42A8-B7DC-3903C332109E}" dt="2026-08-27T00:34:35.345" v="12881"/>
          <ac:spMkLst>
            <pc:docMk/>
            <pc:sldMk cId="3642507774" sldId="345"/>
            <ac:spMk id="10" creationId="{E36F4E30-2BCF-835E-D68A-6F94C436AAB5}"/>
          </ac:spMkLst>
        </pc:spChg>
        <pc:spChg chg="mod">
          <ac:chgData name="坂本 慧" userId="5feb6440-eb45-4c09-902d-2ebbe8048c41" providerId="ADAL" clId="{56447402-45BC-42A8-B7DC-3903C332109E}" dt="2026-08-27T00:34:35.345" v="12882"/>
          <ac:spMkLst>
            <pc:docMk/>
            <pc:sldMk cId="3642507774" sldId="345"/>
            <ac:spMk id="11" creationId="{CCBEEC8D-07E5-22BF-C04B-A97F6AD4076D}"/>
          </ac:spMkLst>
        </pc:spChg>
        <pc:spChg chg="mod">
          <ac:chgData name="坂本 慧" userId="5feb6440-eb45-4c09-902d-2ebbe8048c41" providerId="ADAL" clId="{56447402-45BC-42A8-B7DC-3903C332109E}" dt="2026-08-27T00:34:35.346" v="12883"/>
          <ac:spMkLst>
            <pc:docMk/>
            <pc:sldMk cId="3642507774" sldId="345"/>
            <ac:spMk id="12" creationId="{501EA05C-FDCE-FAC0-C089-F38548DE7C85}"/>
          </ac:spMkLst>
        </pc:spChg>
        <pc:spChg chg="mod">
          <ac:chgData name="坂本 慧" userId="5feb6440-eb45-4c09-902d-2ebbe8048c41" providerId="ADAL" clId="{56447402-45BC-42A8-B7DC-3903C332109E}" dt="2026-08-27T00:34:35.346" v="12884"/>
          <ac:spMkLst>
            <pc:docMk/>
            <pc:sldMk cId="3642507774" sldId="345"/>
            <ac:spMk id="13" creationId="{D5789F69-0F72-7374-0E91-B4B1401E2206}"/>
          </ac:spMkLst>
        </pc:spChg>
        <pc:spChg chg="mod">
          <ac:chgData name="坂本 慧" userId="5feb6440-eb45-4c09-902d-2ebbe8048c41" providerId="ADAL" clId="{56447402-45BC-42A8-B7DC-3903C332109E}" dt="2026-08-27T00:34:35.346" v="12885"/>
          <ac:spMkLst>
            <pc:docMk/>
            <pc:sldMk cId="3642507774" sldId="345"/>
            <ac:spMk id="14" creationId="{0349B888-FE0E-1F29-D0EF-C0EA4255E61E}"/>
          </ac:spMkLst>
        </pc:spChg>
        <pc:spChg chg="mod">
          <ac:chgData name="坂本 慧" userId="5feb6440-eb45-4c09-902d-2ebbe8048c41" providerId="ADAL" clId="{56447402-45BC-42A8-B7DC-3903C332109E}" dt="2026-08-27T00:34:35.347" v="12886"/>
          <ac:spMkLst>
            <pc:docMk/>
            <pc:sldMk cId="3642507774" sldId="345"/>
            <ac:spMk id="15" creationId="{70F552D3-2427-457D-AF1A-2E0EB707131E}"/>
          </ac:spMkLst>
        </pc:spChg>
        <pc:spChg chg="mod">
          <ac:chgData name="坂本 慧" userId="5feb6440-eb45-4c09-902d-2ebbe8048c41" providerId="ADAL" clId="{56447402-45BC-42A8-B7DC-3903C332109E}" dt="2026-08-27T00:34:35.347" v="12887"/>
          <ac:spMkLst>
            <pc:docMk/>
            <pc:sldMk cId="3642507774" sldId="345"/>
            <ac:spMk id="16" creationId="{0E694CFE-9BA6-9E38-54BD-F3C9FDA10198}"/>
          </ac:spMkLst>
        </pc:spChg>
        <pc:spChg chg="mod">
          <ac:chgData name="坂本 慧" userId="5feb6440-eb45-4c09-902d-2ebbe8048c41" providerId="ADAL" clId="{56447402-45BC-42A8-B7DC-3903C332109E}" dt="2026-08-27T00:34:35.347" v="12888"/>
          <ac:spMkLst>
            <pc:docMk/>
            <pc:sldMk cId="3642507774" sldId="345"/>
            <ac:spMk id="17" creationId="{9F1D941B-36BC-2E07-940B-E6F37EEA5944}"/>
          </ac:spMkLst>
        </pc:spChg>
        <pc:spChg chg="mod">
          <ac:chgData name="坂本 慧" userId="5feb6440-eb45-4c09-902d-2ebbe8048c41" providerId="ADAL" clId="{56447402-45BC-42A8-B7DC-3903C332109E}" dt="2026-08-27T00:34:35.347" v="12889"/>
          <ac:spMkLst>
            <pc:docMk/>
            <pc:sldMk cId="3642507774" sldId="345"/>
            <ac:spMk id="18" creationId="{2312F13E-20B8-3283-C9F2-293361E123EF}"/>
          </ac:spMkLst>
        </pc:spChg>
        <pc:spChg chg="mod">
          <ac:chgData name="坂本 慧" userId="5feb6440-eb45-4c09-902d-2ebbe8048c41" providerId="ADAL" clId="{56447402-45BC-42A8-B7DC-3903C332109E}" dt="2026-08-27T00:34:35.348" v="12891"/>
          <ac:spMkLst>
            <pc:docMk/>
            <pc:sldMk cId="3642507774" sldId="345"/>
            <ac:spMk id="22" creationId="{09D1B898-1FB4-CDAD-2A92-488E7C6E95D0}"/>
          </ac:spMkLst>
        </pc:spChg>
        <pc:spChg chg="mod">
          <ac:chgData name="坂本 慧" userId="5feb6440-eb45-4c09-902d-2ebbe8048c41" providerId="ADAL" clId="{56447402-45BC-42A8-B7DC-3903C332109E}" dt="2026-08-27T00:34:35.348" v="12892"/>
          <ac:spMkLst>
            <pc:docMk/>
            <pc:sldMk cId="3642507774" sldId="345"/>
            <ac:spMk id="23" creationId="{3A5BE693-74DE-10B0-9294-4AE5780EC089}"/>
          </ac:spMkLst>
        </pc:spChg>
        <pc:spChg chg="mod">
          <ac:chgData name="坂本 慧" userId="5feb6440-eb45-4c09-902d-2ebbe8048c41" providerId="ADAL" clId="{56447402-45BC-42A8-B7DC-3903C332109E}" dt="2026-08-27T00:34:35.349" v="12894"/>
          <ac:spMkLst>
            <pc:docMk/>
            <pc:sldMk cId="3642507774" sldId="345"/>
            <ac:spMk id="70" creationId="{F2D821A1-E061-C80C-F136-6AB546646731}"/>
          </ac:spMkLst>
        </pc:spChg>
        <pc:spChg chg="mod">
          <ac:chgData name="坂本 慧" userId="5feb6440-eb45-4c09-902d-2ebbe8048c41" providerId="ADAL" clId="{56447402-45BC-42A8-B7DC-3903C332109E}" dt="2026-08-27T00:34:35.349" v="12895"/>
          <ac:spMkLst>
            <pc:docMk/>
            <pc:sldMk cId="3642507774" sldId="345"/>
            <ac:spMk id="71" creationId="{45D05A57-CDF1-0FB9-9A22-B1019B225E3F}"/>
          </ac:spMkLst>
        </pc:spChg>
        <pc:spChg chg="mod">
          <ac:chgData name="坂本 慧" userId="5feb6440-eb45-4c09-902d-2ebbe8048c41" providerId="ADAL" clId="{56447402-45BC-42A8-B7DC-3903C332109E}" dt="2026-08-27T00:34:35.349" v="12896"/>
          <ac:spMkLst>
            <pc:docMk/>
            <pc:sldMk cId="3642507774" sldId="345"/>
            <ac:spMk id="72" creationId="{6967976B-F38E-5FF2-F999-0505D3E30D61}"/>
          </ac:spMkLst>
        </pc:spChg>
        <pc:spChg chg="mod">
          <ac:chgData name="坂本 慧" userId="5feb6440-eb45-4c09-902d-2ebbe8048c41" providerId="ADAL" clId="{56447402-45BC-42A8-B7DC-3903C332109E}" dt="2026-08-27T00:34:35.350" v="12899"/>
          <ac:spMkLst>
            <pc:docMk/>
            <pc:sldMk cId="3642507774" sldId="345"/>
            <ac:spMk id="83" creationId="{9BBB37D1-3D5F-360E-27C7-B0194033F2DD}"/>
          </ac:spMkLst>
        </pc:spChg>
        <pc:spChg chg="mod">
          <ac:chgData name="坂本 慧" userId="5feb6440-eb45-4c09-902d-2ebbe8048c41" providerId="ADAL" clId="{56447402-45BC-42A8-B7DC-3903C332109E}" dt="2026-08-27T00:34:35.350" v="12900"/>
          <ac:spMkLst>
            <pc:docMk/>
            <pc:sldMk cId="3642507774" sldId="345"/>
            <ac:spMk id="84" creationId="{D6401294-5A02-DB2D-278E-D6EC959D8CE7}"/>
          </ac:spMkLst>
        </pc:spChg>
        <pc:spChg chg="mod">
          <ac:chgData name="坂本 慧" userId="5feb6440-eb45-4c09-902d-2ebbe8048c41" providerId="ADAL" clId="{56447402-45BC-42A8-B7DC-3903C332109E}" dt="2026-08-27T00:34:35.351" v="12901"/>
          <ac:spMkLst>
            <pc:docMk/>
            <pc:sldMk cId="3642507774" sldId="345"/>
            <ac:spMk id="85" creationId="{9B839EEE-7F3B-2E50-301D-CE6F46AC60F4}"/>
          </ac:spMkLst>
        </pc:spChg>
        <pc:spChg chg="mod">
          <ac:chgData name="坂本 慧" userId="5feb6440-eb45-4c09-902d-2ebbe8048c41" providerId="ADAL" clId="{56447402-45BC-42A8-B7DC-3903C332109E}" dt="2026-08-27T00:34:35.351" v="12902"/>
          <ac:spMkLst>
            <pc:docMk/>
            <pc:sldMk cId="3642507774" sldId="345"/>
            <ac:spMk id="86" creationId="{D02554F4-6D41-7AAB-2E81-F3539BE163A7}"/>
          </ac:spMkLst>
        </pc:spChg>
        <pc:spChg chg="mod">
          <ac:chgData name="坂本 慧" userId="5feb6440-eb45-4c09-902d-2ebbe8048c41" providerId="ADAL" clId="{56447402-45BC-42A8-B7DC-3903C332109E}" dt="2026-08-27T00:34:35.351" v="12903"/>
          <ac:spMkLst>
            <pc:docMk/>
            <pc:sldMk cId="3642507774" sldId="345"/>
            <ac:spMk id="87" creationId="{A4E9D89D-3412-9C4A-1CB2-F58D0146BE07}"/>
          </ac:spMkLst>
        </pc:spChg>
        <pc:spChg chg="mod">
          <ac:chgData name="坂本 慧" userId="5feb6440-eb45-4c09-902d-2ebbe8048c41" providerId="ADAL" clId="{56447402-45BC-42A8-B7DC-3903C332109E}" dt="2026-08-27T00:34:35.351" v="12904"/>
          <ac:spMkLst>
            <pc:docMk/>
            <pc:sldMk cId="3642507774" sldId="345"/>
            <ac:spMk id="88" creationId="{0DFCDFBF-CEE2-1A64-E5D8-EF333C404A07}"/>
          </ac:spMkLst>
        </pc:spChg>
        <pc:spChg chg="mod">
          <ac:chgData name="坂本 慧" userId="5feb6440-eb45-4c09-902d-2ebbe8048c41" providerId="ADAL" clId="{56447402-45BC-42A8-B7DC-3903C332109E}" dt="2026-08-27T00:34:35.351" v="12905"/>
          <ac:spMkLst>
            <pc:docMk/>
            <pc:sldMk cId="3642507774" sldId="345"/>
            <ac:spMk id="89" creationId="{A9F91C15-415D-B1AA-C02E-777A9608D0EF}"/>
          </ac:spMkLst>
        </pc:spChg>
        <pc:spChg chg="mod">
          <ac:chgData name="坂本 慧" userId="5feb6440-eb45-4c09-902d-2ebbe8048c41" providerId="ADAL" clId="{56447402-45BC-42A8-B7DC-3903C332109E}" dt="2026-08-27T00:34:35.352" v="12906"/>
          <ac:spMkLst>
            <pc:docMk/>
            <pc:sldMk cId="3642507774" sldId="345"/>
            <ac:spMk id="90" creationId="{21B03F39-7363-CBC4-E397-901DF05B0EDA}"/>
          </ac:spMkLst>
        </pc:spChg>
        <pc:spChg chg="mod">
          <ac:chgData name="坂本 慧" userId="5feb6440-eb45-4c09-902d-2ebbe8048c41" providerId="ADAL" clId="{56447402-45BC-42A8-B7DC-3903C332109E}" dt="2026-08-27T00:34:35.352" v="12907"/>
          <ac:spMkLst>
            <pc:docMk/>
            <pc:sldMk cId="3642507774" sldId="345"/>
            <ac:spMk id="91" creationId="{73721F4F-ABA5-6A22-3AE1-443C35475E51}"/>
          </ac:spMkLst>
        </pc:spChg>
        <pc:spChg chg="mod">
          <ac:chgData name="坂本 慧" userId="5feb6440-eb45-4c09-902d-2ebbe8048c41" providerId="ADAL" clId="{56447402-45BC-42A8-B7DC-3903C332109E}" dt="2026-08-27T00:34:35.352" v="12908"/>
          <ac:spMkLst>
            <pc:docMk/>
            <pc:sldMk cId="3642507774" sldId="345"/>
            <ac:spMk id="92" creationId="{69C14BB1-5167-E032-FA86-458EBF4089A1}"/>
          </ac:spMkLst>
        </pc:spChg>
        <pc:spChg chg="mod">
          <ac:chgData name="坂本 慧" userId="5feb6440-eb45-4c09-902d-2ebbe8048c41" providerId="ADAL" clId="{56447402-45BC-42A8-B7DC-3903C332109E}" dt="2026-08-27T00:34:35.352" v="12909"/>
          <ac:spMkLst>
            <pc:docMk/>
            <pc:sldMk cId="3642507774" sldId="345"/>
            <ac:spMk id="93" creationId="{25E37095-2D21-E15B-2CC6-104522490A39}"/>
          </ac:spMkLst>
        </pc:spChg>
        <pc:spChg chg="mod">
          <ac:chgData name="坂本 慧" userId="5feb6440-eb45-4c09-902d-2ebbe8048c41" providerId="ADAL" clId="{56447402-45BC-42A8-B7DC-3903C332109E}" dt="2026-08-27T00:34:35.353" v="12910"/>
          <ac:spMkLst>
            <pc:docMk/>
            <pc:sldMk cId="3642507774" sldId="345"/>
            <ac:spMk id="94" creationId="{6832A6DD-9BE7-7CEC-AFAB-5EF5DDED1869}"/>
          </ac:spMkLst>
        </pc:spChg>
        <pc:spChg chg="mod">
          <ac:chgData name="坂本 慧" userId="5feb6440-eb45-4c09-902d-2ebbe8048c41" providerId="ADAL" clId="{56447402-45BC-42A8-B7DC-3903C332109E}" dt="2026-08-27T00:34:35.353" v="12911"/>
          <ac:spMkLst>
            <pc:docMk/>
            <pc:sldMk cId="3642507774" sldId="345"/>
            <ac:spMk id="95" creationId="{9E05D47B-F8D2-945F-7546-9EAE1779C28D}"/>
          </ac:spMkLst>
        </pc:spChg>
        <pc:spChg chg="mod">
          <ac:chgData name="坂本 慧" userId="5feb6440-eb45-4c09-902d-2ebbe8048c41" providerId="ADAL" clId="{56447402-45BC-42A8-B7DC-3903C332109E}" dt="2026-08-27T00:34:35.353" v="12912"/>
          <ac:spMkLst>
            <pc:docMk/>
            <pc:sldMk cId="3642507774" sldId="345"/>
            <ac:spMk id="96" creationId="{5715E72B-CAF8-3AB6-BEB4-4E2F081831BC}"/>
          </ac:spMkLst>
        </pc:spChg>
        <pc:spChg chg="mod">
          <ac:chgData name="坂本 慧" userId="5feb6440-eb45-4c09-902d-2ebbe8048c41" providerId="ADAL" clId="{56447402-45BC-42A8-B7DC-3903C332109E}" dt="2026-08-27T00:34:35.353" v="12913"/>
          <ac:spMkLst>
            <pc:docMk/>
            <pc:sldMk cId="3642507774" sldId="345"/>
            <ac:spMk id="97" creationId="{C39BFFCE-4941-BBC6-CFA2-7F8AE4B82D44}"/>
          </ac:spMkLst>
        </pc:spChg>
        <pc:spChg chg="mod">
          <ac:chgData name="坂本 慧" userId="5feb6440-eb45-4c09-902d-2ebbe8048c41" providerId="ADAL" clId="{56447402-45BC-42A8-B7DC-3903C332109E}" dt="2026-08-27T00:37:01.242" v="13079" actId="208"/>
          <ac:spMkLst>
            <pc:docMk/>
            <pc:sldMk cId="3642507774" sldId="345"/>
            <ac:spMk id="105" creationId="{2B760114-6AF6-2CEB-D8B6-51B82A5CCFB7}"/>
          </ac:spMkLst>
        </pc:spChg>
        <pc:spChg chg="mod">
          <ac:chgData name="坂本 慧" userId="5feb6440-eb45-4c09-902d-2ebbe8048c41" providerId="ADAL" clId="{56447402-45BC-42A8-B7DC-3903C332109E}" dt="2026-08-27T00:37:01.242" v="13079" actId="208"/>
          <ac:spMkLst>
            <pc:docMk/>
            <pc:sldMk cId="3642507774" sldId="345"/>
            <ac:spMk id="106" creationId="{4422C090-1474-D72F-2452-813C61690271}"/>
          </ac:spMkLst>
        </pc:spChg>
        <pc:spChg chg="mod">
          <ac:chgData name="坂本 慧" userId="5feb6440-eb45-4c09-902d-2ebbe8048c41" providerId="ADAL" clId="{56447402-45BC-42A8-B7DC-3903C332109E}" dt="2026-08-27T00:37:01.242" v="13079" actId="208"/>
          <ac:spMkLst>
            <pc:docMk/>
            <pc:sldMk cId="3642507774" sldId="345"/>
            <ac:spMk id="107" creationId="{93FF0CB4-7AF4-D75D-D3CD-3A038B55AC66}"/>
          </ac:spMkLst>
        </pc:spChg>
        <pc:spChg chg="mod">
          <ac:chgData name="坂本 慧" userId="5feb6440-eb45-4c09-902d-2ebbe8048c41" providerId="ADAL" clId="{56447402-45BC-42A8-B7DC-3903C332109E}" dt="2026-08-27T00:34:35.357" v="12922"/>
          <ac:spMkLst>
            <pc:docMk/>
            <pc:sldMk cId="3642507774" sldId="345"/>
            <ac:spMk id="130" creationId="{E2353DD4-A486-BB86-8638-1809C3E0410B}"/>
          </ac:spMkLst>
        </pc:spChg>
        <pc:spChg chg="mod">
          <ac:chgData name="坂本 慧" userId="5feb6440-eb45-4c09-902d-2ebbe8048c41" providerId="ADAL" clId="{56447402-45BC-42A8-B7DC-3903C332109E}" dt="2026-08-27T00:34:35.357" v="12923"/>
          <ac:spMkLst>
            <pc:docMk/>
            <pc:sldMk cId="3642507774" sldId="345"/>
            <ac:spMk id="131" creationId="{9CF82ECA-701F-8568-F04E-BA41B39B9D4A}"/>
          </ac:spMkLst>
        </pc:spChg>
        <pc:spChg chg="mod">
          <ac:chgData name="坂本 慧" userId="5feb6440-eb45-4c09-902d-2ebbe8048c41" providerId="ADAL" clId="{56447402-45BC-42A8-B7DC-3903C332109E}" dt="2026-08-27T00:34:35.357" v="12924"/>
          <ac:spMkLst>
            <pc:docMk/>
            <pc:sldMk cId="3642507774" sldId="345"/>
            <ac:spMk id="132" creationId="{E0924C8C-3B93-3AB1-01E0-5853B34F61D7}"/>
          </ac:spMkLst>
        </pc:spChg>
        <pc:spChg chg="mod">
          <ac:chgData name="坂本 慧" userId="5feb6440-eb45-4c09-902d-2ebbe8048c41" providerId="ADAL" clId="{56447402-45BC-42A8-B7DC-3903C332109E}" dt="2026-08-27T00:34:35.357" v="12925"/>
          <ac:spMkLst>
            <pc:docMk/>
            <pc:sldMk cId="3642507774" sldId="345"/>
            <ac:spMk id="133" creationId="{6B51390D-5D27-2B6E-CCAA-4A30C64BC808}"/>
          </ac:spMkLst>
        </pc:spChg>
        <pc:spChg chg="mod">
          <ac:chgData name="坂本 慧" userId="5feb6440-eb45-4c09-902d-2ebbe8048c41" providerId="ADAL" clId="{56447402-45BC-42A8-B7DC-3903C332109E}" dt="2026-08-27T00:34:35.358" v="12926"/>
          <ac:spMkLst>
            <pc:docMk/>
            <pc:sldMk cId="3642507774" sldId="345"/>
            <ac:spMk id="134" creationId="{15C1899F-F18D-24E9-BE55-B0EDFFBB7FD7}"/>
          </ac:spMkLst>
        </pc:spChg>
        <pc:spChg chg="mod">
          <ac:chgData name="坂本 慧" userId="5feb6440-eb45-4c09-902d-2ebbe8048c41" providerId="ADAL" clId="{56447402-45BC-42A8-B7DC-3903C332109E}" dt="2026-08-27T00:34:35.358" v="12927"/>
          <ac:spMkLst>
            <pc:docMk/>
            <pc:sldMk cId="3642507774" sldId="345"/>
            <ac:spMk id="135" creationId="{457A1585-F7B4-54CA-D807-B1F8B9402931}"/>
          </ac:spMkLst>
        </pc:spChg>
        <pc:spChg chg="mod">
          <ac:chgData name="坂本 慧" userId="5feb6440-eb45-4c09-902d-2ebbe8048c41" providerId="ADAL" clId="{56447402-45BC-42A8-B7DC-3903C332109E}" dt="2026-08-27T00:34:35.358" v="12928"/>
          <ac:spMkLst>
            <pc:docMk/>
            <pc:sldMk cId="3642507774" sldId="345"/>
            <ac:spMk id="136" creationId="{718DAEE0-FF45-C106-7A27-B3C03BD7FC17}"/>
          </ac:spMkLst>
        </pc:spChg>
        <pc:spChg chg="mod">
          <ac:chgData name="坂本 慧" userId="5feb6440-eb45-4c09-902d-2ebbe8048c41" providerId="ADAL" clId="{56447402-45BC-42A8-B7DC-3903C332109E}" dt="2026-08-27T00:34:35.358" v="12929"/>
          <ac:spMkLst>
            <pc:docMk/>
            <pc:sldMk cId="3642507774" sldId="345"/>
            <ac:spMk id="137" creationId="{0A7C9131-3662-6376-9D7B-438CA9305581}"/>
          </ac:spMkLst>
        </pc:spChg>
        <pc:spChg chg="mod">
          <ac:chgData name="坂本 慧" userId="5feb6440-eb45-4c09-902d-2ebbe8048c41" providerId="ADAL" clId="{56447402-45BC-42A8-B7DC-3903C332109E}" dt="2026-08-27T00:34:35.359" v="12930"/>
          <ac:spMkLst>
            <pc:docMk/>
            <pc:sldMk cId="3642507774" sldId="345"/>
            <ac:spMk id="138" creationId="{403CAC1E-16C3-B9BE-7F50-43DD3F7615FA}"/>
          </ac:spMkLst>
        </pc:spChg>
        <pc:spChg chg="mod">
          <ac:chgData name="坂本 慧" userId="5feb6440-eb45-4c09-902d-2ebbe8048c41" providerId="ADAL" clId="{56447402-45BC-42A8-B7DC-3903C332109E}" dt="2026-08-27T00:34:35.359" v="12931"/>
          <ac:spMkLst>
            <pc:docMk/>
            <pc:sldMk cId="3642507774" sldId="345"/>
            <ac:spMk id="139" creationId="{9F65F823-1DB9-E5D9-6E03-921ADAF3EEFC}"/>
          </ac:spMkLst>
        </pc:spChg>
        <pc:spChg chg="mod">
          <ac:chgData name="坂本 慧" userId="5feb6440-eb45-4c09-902d-2ebbe8048c41" providerId="ADAL" clId="{56447402-45BC-42A8-B7DC-3903C332109E}" dt="2026-08-27T00:34:35.359" v="12932"/>
          <ac:spMkLst>
            <pc:docMk/>
            <pc:sldMk cId="3642507774" sldId="345"/>
            <ac:spMk id="140" creationId="{633AE329-0BAE-E7AF-6BAE-0153F8D6AEF0}"/>
          </ac:spMkLst>
        </pc:spChg>
        <pc:spChg chg="mod">
          <ac:chgData name="坂本 慧" userId="5feb6440-eb45-4c09-902d-2ebbe8048c41" providerId="ADAL" clId="{56447402-45BC-42A8-B7DC-3903C332109E}" dt="2026-08-27T00:34:35.359" v="12933"/>
          <ac:spMkLst>
            <pc:docMk/>
            <pc:sldMk cId="3642507774" sldId="345"/>
            <ac:spMk id="141" creationId="{2DFFB4B9-62A4-5791-CD72-5464EBC594CF}"/>
          </ac:spMkLst>
        </pc:spChg>
        <pc:spChg chg="mod">
          <ac:chgData name="坂本 慧" userId="5feb6440-eb45-4c09-902d-2ebbe8048c41" providerId="ADAL" clId="{56447402-45BC-42A8-B7DC-3903C332109E}" dt="2026-08-27T00:34:35.359" v="12934"/>
          <ac:spMkLst>
            <pc:docMk/>
            <pc:sldMk cId="3642507774" sldId="345"/>
            <ac:spMk id="142" creationId="{32C18204-07CD-8067-3344-912BC37C7AE6}"/>
          </ac:spMkLst>
        </pc:spChg>
        <pc:spChg chg="mod">
          <ac:chgData name="坂本 慧" userId="5feb6440-eb45-4c09-902d-2ebbe8048c41" providerId="ADAL" clId="{56447402-45BC-42A8-B7DC-3903C332109E}" dt="2026-08-27T00:34:35.360" v="12935"/>
          <ac:spMkLst>
            <pc:docMk/>
            <pc:sldMk cId="3642507774" sldId="345"/>
            <ac:spMk id="143" creationId="{83AFB340-E9E5-569D-C7CE-EE6104F84D22}"/>
          </ac:spMkLst>
        </pc:spChg>
        <pc:spChg chg="mod">
          <ac:chgData name="坂本 慧" userId="5feb6440-eb45-4c09-902d-2ebbe8048c41" providerId="ADAL" clId="{56447402-45BC-42A8-B7DC-3903C332109E}" dt="2026-08-27T00:34:35.360" v="12936"/>
          <ac:spMkLst>
            <pc:docMk/>
            <pc:sldMk cId="3642507774" sldId="345"/>
            <ac:spMk id="144" creationId="{EBEC5397-9B26-A16B-DB79-53C0A61ECC48}"/>
          </ac:spMkLst>
        </pc:spChg>
        <pc:spChg chg="mod">
          <ac:chgData name="坂本 慧" userId="5feb6440-eb45-4c09-902d-2ebbe8048c41" providerId="ADAL" clId="{56447402-45BC-42A8-B7DC-3903C332109E}" dt="2026-08-27T00:34:35.360" v="12937"/>
          <ac:spMkLst>
            <pc:docMk/>
            <pc:sldMk cId="3642507774" sldId="345"/>
            <ac:spMk id="145" creationId="{9A414D88-4BB3-A2BC-6D0F-85751B8B23A6}"/>
          </ac:spMkLst>
        </pc:spChg>
        <pc:spChg chg="mod">
          <ac:chgData name="坂本 慧" userId="5feb6440-eb45-4c09-902d-2ebbe8048c41" providerId="ADAL" clId="{56447402-45BC-42A8-B7DC-3903C332109E}" dt="2026-08-27T00:34:35.360" v="12938"/>
          <ac:spMkLst>
            <pc:docMk/>
            <pc:sldMk cId="3642507774" sldId="345"/>
            <ac:spMk id="146" creationId="{54669E44-CED2-8AD1-FCD2-B0C99BBB43C0}"/>
          </ac:spMkLst>
        </pc:spChg>
        <pc:spChg chg="mod">
          <ac:chgData name="坂本 慧" userId="5feb6440-eb45-4c09-902d-2ebbe8048c41" providerId="ADAL" clId="{56447402-45BC-42A8-B7DC-3903C332109E}" dt="2026-08-27T00:34:35.361" v="12939"/>
          <ac:spMkLst>
            <pc:docMk/>
            <pc:sldMk cId="3642507774" sldId="345"/>
            <ac:spMk id="147" creationId="{E09617C7-063E-021A-B7F0-5FAE5B75BDD7}"/>
          </ac:spMkLst>
        </pc:spChg>
        <pc:spChg chg="mod">
          <ac:chgData name="坂本 慧" userId="5feb6440-eb45-4c09-902d-2ebbe8048c41" providerId="ADAL" clId="{56447402-45BC-42A8-B7DC-3903C332109E}" dt="2026-08-27T00:34:35.361" v="12940"/>
          <ac:spMkLst>
            <pc:docMk/>
            <pc:sldMk cId="3642507774" sldId="345"/>
            <ac:spMk id="148" creationId="{8FF6F502-A4D3-133E-E2BA-F8F95474AF48}"/>
          </ac:spMkLst>
        </pc:spChg>
        <pc:spChg chg="mod">
          <ac:chgData name="坂本 慧" userId="5feb6440-eb45-4c09-902d-2ebbe8048c41" providerId="ADAL" clId="{56447402-45BC-42A8-B7DC-3903C332109E}" dt="2026-08-27T00:34:35.361" v="12941"/>
          <ac:spMkLst>
            <pc:docMk/>
            <pc:sldMk cId="3642507774" sldId="345"/>
            <ac:spMk id="149" creationId="{CDCEBEA0-1C5A-9F67-38EB-550106388346}"/>
          </ac:spMkLst>
        </pc:spChg>
        <pc:spChg chg="mod">
          <ac:chgData name="坂本 慧" userId="5feb6440-eb45-4c09-902d-2ebbe8048c41" providerId="ADAL" clId="{56447402-45BC-42A8-B7DC-3903C332109E}" dt="2026-08-27T00:34:35.361" v="12942"/>
          <ac:spMkLst>
            <pc:docMk/>
            <pc:sldMk cId="3642507774" sldId="345"/>
            <ac:spMk id="150" creationId="{719444B3-0317-0FCE-777A-572225D3687E}"/>
          </ac:spMkLst>
        </pc:spChg>
        <pc:spChg chg="mod">
          <ac:chgData name="坂本 慧" userId="5feb6440-eb45-4c09-902d-2ebbe8048c41" providerId="ADAL" clId="{56447402-45BC-42A8-B7DC-3903C332109E}" dt="2026-08-27T00:34:35.361" v="12943"/>
          <ac:spMkLst>
            <pc:docMk/>
            <pc:sldMk cId="3642507774" sldId="345"/>
            <ac:spMk id="151" creationId="{0EA3ED8D-A49B-85A2-F179-4C543DADC162}"/>
          </ac:spMkLst>
        </pc:spChg>
        <pc:spChg chg="mod">
          <ac:chgData name="坂本 慧" userId="5feb6440-eb45-4c09-902d-2ebbe8048c41" providerId="ADAL" clId="{56447402-45BC-42A8-B7DC-3903C332109E}" dt="2026-08-27T00:34:35.362" v="12944"/>
          <ac:spMkLst>
            <pc:docMk/>
            <pc:sldMk cId="3642507774" sldId="345"/>
            <ac:spMk id="152" creationId="{7CA81C3B-EA06-7F87-9E91-69A1E628136F}"/>
          </ac:spMkLst>
        </pc:spChg>
        <pc:spChg chg="mod">
          <ac:chgData name="坂本 慧" userId="5feb6440-eb45-4c09-902d-2ebbe8048c41" providerId="ADAL" clId="{56447402-45BC-42A8-B7DC-3903C332109E}" dt="2026-08-27T00:34:35.362" v="12945"/>
          <ac:spMkLst>
            <pc:docMk/>
            <pc:sldMk cId="3642507774" sldId="345"/>
            <ac:spMk id="153" creationId="{75B621E8-A2D5-F807-7216-86E53F0A1B49}"/>
          </ac:spMkLst>
        </pc:spChg>
        <pc:spChg chg="mod">
          <ac:chgData name="坂本 慧" userId="5feb6440-eb45-4c09-902d-2ebbe8048c41" providerId="ADAL" clId="{56447402-45BC-42A8-B7DC-3903C332109E}" dt="2026-08-27T00:34:35.362" v="12946"/>
          <ac:spMkLst>
            <pc:docMk/>
            <pc:sldMk cId="3642507774" sldId="345"/>
            <ac:spMk id="154" creationId="{C5C49FB4-0AFD-CB59-4243-37DD021CBE99}"/>
          </ac:spMkLst>
        </pc:spChg>
        <pc:spChg chg="mod">
          <ac:chgData name="坂本 慧" userId="5feb6440-eb45-4c09-902d-2ebbe8048c41" providerId="ADAL" clId="{56447402-45BC-42A8-B7DC-3903C332109E}" dt="2026-08-27T00:34:35.363" v="12948"/>
          <ac:spMkLst>
            <pc:docMk/>
            <pc:sldMk cId="3642507774" sldId="345"/>
            <ac:spMk id="160" creationId="{CE678EFE-AAC6-4139-9EEC-80458CD8D74E}"/>
          </ac:spMkLst>
        </pc:spChg>
        <pc:spChg chg="mod">
          <ac:chgData name="坂本 慧" userId="5feb6440-eb45-4c09-902d-2ebbe8048c41" providerId="ADAL" clId="{56447402-45BC-42A8-B7DC-3903C332109E}" dt="2026-08-27T00:34:35.363" v="12949"/>
          <ac:spMkLst>
            <pc:docMk/>
            <pc:sldMk cId="3642507774" sldId="345"/>
            <ac:spMk id="161" creationId="{052FF06C-2C30-E8FD-2813-303C93E36A59}"/>
          </ac:spMkLst>
        </pc:spChg>
        <pc:spChg chg="mod">
          <ac:chgData name="坂本 慧" userId="5feb6440-eb45-4c09-902d-2ebbe8048c41" providerId="ADAL" clId="{56447402-45BC-42A8-B7DC-3903C332109E}" dt="2026-08-27T00:37:01.242" v="13079" actId="208"/>
          <ac:spMkLst>
            <pc:docMk/>
            <pc:sldMk cId="3642507774" sldId="345"/>
            <ac:spMk id="212" creationId="{0B2939F1-CC52-652A-F5CE-812CEE580527}"/>
          </ac:spMkLst>
        </pc:spChg>
        <pc:spChg chg="mod">
          <ac:chgData name="坂本 慧" userId="5feb6440-eb45-4c09-902d-2ebbe8048c41" providerId="ADAL" clId="{56447402-45BC-42A8-B7DC-3903C332109E}" dt="2026-08-27T00:37:23.742" v="13082" actId="208"/>
          <ac:spMkLst>
            <pc:docMk/>
            <pc:sldMk cId="3642507774" sldId="345"/>
            <ac:spMk id="213" creationId="{CD6E4A40-E4D2-66FD-8693-C29FB0B7BFD1}"/>
          </ac:spMkLst>
        </pc:spChg>
        <pc:spChg chg="mod ord">
          <ac:chgData name="坂本 慧" userId="5feb6440-eb45-4c09-902d-2ebbe8048c41" providerId="ADAL" clId="{56447402-45BC-42A8-B7DC-3903C332109E}" dt="2026-08-27T00:34:35.366" v="12963"/>
          <ac:spMkLst>
            <pc:docMk/>
            <pc:sldMk cId="3642507774" sldId="345"/>
            <ac:spMk id="234" creationId="{9AF27F04-FB12-E3FF-41E2-FE582AD1C2DE}"/>
          </ac:spMkLst>
        </pc:spChg>
        <pc:grpChg chg="mod">
          <ac:chgData name="坂本 慧" userId="5feb6440-eb45-4c09-902d-2ebbe8048c41" providerId="ADAL" clId="{56447402-45BC-42A8-B7DC-3903C332109E}" dt="2026-08-27T00:34:35.348" v="12890"/>
          <ac:grpSpMkLst>
            <pc:docMk/>
            <pc:sldMk cId="3642507774" sldId="345"/>
            <ac:grpSpMk id="19" creationId="{89D3BEC5-D3E8-C33B-97FB-101379B524E1}"/>
          </ac:grpSpMkLst>
        </pc:grpChg>
        <pc:grpChg chg="mod">
          <ac:chgData name="坂本 慧" userId="5feb6440-eb45-4c09-902d-2ebbe8048c41" providerId="ADAL" clId="{56447402-45BC-42A8-B7DC-3903C332109E}" dt="2026-08-27T00:34:35.349" v="12893"/>
          <ac:grpSpMkLst>
            <pc:docMk/>
            <pc:sldMk cId="3642507774" sldId="345"/>
            <ac:grpSpMk id="24" creationId="{A48574DD-8666-F246-4B94-7C380448D676}"/>
          </ac:grpSpMkLst>
        </pc:grpChg>
        <pc:grpChg chg="mod">
          <ac:chgData name="坂本 慧" userId="5feb6440-eb45-4c09-902d-2ebbe8048c41" providerId="ADAL" clId="{56447402-45BC-42A8-B7DC-3903C332109E}" dt="2026-08-27T00:34:35.350" v="12897"/>
          <ac:grpSpMkLst>
            <pc:docMk/>
            <pc:sldMk cId="3642507774" sldId="345"/>
            <ac:grpSpMk id="73" creationId="{FD28E87C-4EBD-1642-458B-A06F94CE6A2F}"/>
          </ac:grpSpMkLst>
        </pc:grpChg>
        <pc:grpChg chg="mod">
          <ac:chgData name="坂本 慧" userId="5feb6440-eb45-4c09-902d-2ebbe8048c41" providerId="ADAL" clId="{56447402-45BC-42A8-B7DC-3903C332109E}" dt="2026-08-27T00:34:35.350" v="12898"/>
          <ac:grpSpMkLst>
            <pc:docMk/>
            <pc:sldMk cId="3642507774" sldId="345"/>
            <ac:grpSpMk id="78" creationId="{9A8624D7-EBAD-5E07-18C0-1BAAB1A30AD6}"/>
          </ac:grpSpMkLst>
        </pc:grpChg>
        <pc:grpChg chg="mod">
          <ac:chgData name="坂本 慧" userId="5feb6440-eb45-4c09-902d-2ebbe8048c41" providerId="ADAL" clId="{56447402-45BC-42A8-B7DC-3903C332109E}" dt="2026-08-27T00:34:35.355" v="12914"/>
          <ac:grpSpMkLst>
            <pc:docMk/>
            <pc:sldMk cId="3642507774" sldId="345"/>
            <ac:grpSpMk id="98" creationId="{2431B7F9-A61F-430B-8F8A-BC9FE2F78CB4}"/>
          </ac:grpSpMkLst>
        </pc:grpChg>
        <pc:grpChg chg="mod">
          <ac:chgData name="坂本 慧" userId="5feb6440-eb45-4c09-902d-2ebbe8048c41" providerId="ADAL" clId="{56447402-45BC-42A8-B7DC-3903C332109E}" dt="2026-08-27T00:34:35.355" v="12915"/>
          <ac:grpSpMkLst>
            <pc:docMk/>
            <pc:sldMk cId="3642507774" sldId="345"/>
            <ac:grpSpMk id="102" creationId="{75B6678D-06F9-63E2-3E2F-67102C90C2FD}"/>
          </ac:grpSpMkLst>
        </pc:grpChg>
        <pc:grpChg chg="mod">
          <ac:chgData name="坂本 慧" userId="5feb6440-eb45-4c09-902d-2ebbe8048c41" providerId="ADAL" clId="{56447402-45BC-42A8-B7DC-3903C332109E}" dt="2026-08-27T00:34:35.356" v="12920"/>
          <ac:grpSpMkLst>
            <pc:docMk/>
            <pc:sldMk cId="3642507774" sldId="345"/>
            <ac:grpSpMk id="116" creationId="{3A618BC3-BEBD-3396-1C32-75BFCF2DDB86}"/>
          </ac:grpSpMkLst>
        </pc:grpChg>
        <pc:grpChg chg="mod">
          <ac:chgData name="坂本 慧" userId="5feb6440-eb45-4c09-902d-2ebbe8048c41" providerId="ADAL" clId="{56447402-45BC-42A8-B7DC-3903C332109E}" dt="2026-08-27T00:34:35.356" v="12921"/>
          <ac:grpSpMkLst>
            <pc:docMk/>
            <pc:sldMk cId="3642507774" sldId="345"/>
            <ac:grpSpMk id="120" creationId="{444B6426-744A-639E-B059-41B31D3F917A}"/>
          </ac:grpSpMkLst>
        </pc:grpChg>
        <pc:grpChg chg="mod">
          <ac:chgData name="坂本 慧" userId="5feb6440-eb45-4c09-902d-2ebbe8048c41" providerId="ADAL" clId="{56447402-45BC-42A8-B7DC-3903C332109E}" dt="2026-08-27T00:34:35.362" v="12947"/>
          <ac:grpSpMkLst>
            <pc:docMk/>
            <pc:sldMk cId="3642507774" sldId="345"/>
            <ac:grpSpMk id="155" creationId="{270E81B1-6183-5BD3-640C-DC4EE9066C8E}"/>
          </ac:grpSpMkLst>
        </pc:grpChg>
        <pc:grpChg chg="mod">
          <ac:chgData name="坂本 慧" userId="5feb6440-eb45-4c09-902d-2ebbe8048c41" providerId="ADAL" clId="{56447402-45BC-42A8-B7DC-3903C332109E}" dt="2026-08-27T00:34:35.363" v="12950"/>
          <ac:grpSpMkLst>
            <pc:docMk/>
            <pc:sldMk cId="3642507774" sldId="345"/>
            <ac:grpSpMk id="162" creationId="{916FF2AD-7F67-48A2-79FA-29E46D12BCF4}"/>
          </ac:grpSpMkLst>
        </pc:grpChg>
        <pc:grpChg chg="mod">
          <ac:chgData name="坂本 慧" userId="5feb6440-eb45-4c09-902d-2ebbe8048c41" providerId="ADAL" clId="{56447402-45BC-42A8-B7DC-3903C332109E}" dt="2026-08-27T00:34:35.364" v="12951"/>
          <ac:grpSpMkLst>
            <pc:docMk/>
            <pc:sldMk cId="3642507774" sldId="345"/>
            <ac:grpSpMk id="165" creationId="{DBF8FF39-1C84-8744-8D48-43BC9693D68F}"/>
          </ac:grpSpMkLst>
        </pc:grpChg>
        <pc:grpChg chg="mod">
          <ac:chgData name="坂本 慧" userId="5feb6440-eb45-4c09-902d-2ebbe8048c41" providerId="ADAL" clId="{56447402-45BC-42A8-B7DC-3903C332109E}" dt="2026-08-27T00:34:35.364" v="12952"/>
          <ac:grpSpMkLst>
            <pc:docMk/>
            <pc:sldMk cId="3642507774" sldId="345"/>
            <ac:grpSpMk id="186" creationId="{26E33342-84CA-FC7D-AB00-45D171A345D8}"/>
          </ac:grpSpMkLst>
        </pc:grpChg>
        <pc:grpChg chg="mod">
          <ac:chgData name="坂本 慧" userId="5feb6440-eb45-4c09-902d-2ebbe8048c41" providerId="ADAL" clId="{56447402-45BC-42A8-B7DC-3903C332109E}" dt="2026-08-27T00:37:23.742" v="13082" actId="208"/>
          <ac:grpSpMkLst>
            <pc:docMk/>
            <pc:sldMk cId="3642507774" sldId="345"/>
            <ac:grpSpMk id="206" creationId="{17C12103-F0A6-72FD-2F5C-7E95C92F1E58}"/>
          </ac:grpSpMkLst>
        </pc:grpChg>
        <pc:grpChg chg="mod">
          <ac:chgData name="坂本 慧" userId="5feb6440-eb45-4c09-902d-2ebbe8048c41" providerId="ADAL" clId="{56447402-45BC-42A8-B7DC-3903C332109E}" dt="2026-08-27T00:37:23.742" v="13082" actId="208"/>
          <ac:grpSpMkLst>
            <pc:docMk/>
            <pc:sldMk cId="3642507774" sldId="345"/>
            <ac:grpSpMk id="209" creationId="{0C665698-5E4A-58B2-637D-5966E3213594}"/>
          </ac:grpSpMkLst>
        </pc:grpChg>
        <pc:grpChg chg="mod">
          <ac:chgData name="坂本 慧" userId="5feb6440-eb45-4c09-902d-2ebbe8048c41" providerId="ADAL" clId="{56447402-45BC-42A8-B7DC-3903C332109E}" dt="2026-08-27T00:37:23.742" v="13082" actId="208"/>
          <ac:grpSpMkLst>
            <pc:docMk/>
            <pc:sldMk cId="3642507774" sldId="345"/>
            <ac:grpSpMk id="214" creationId="{C44F5500-FDC1-D637-657A-D1A01165DD31}"/>
          </ac:grpSpMkLst>
        </pc:grpChg>
        <pc:grpChg chg="mod">
          <ac:chgData name="坂本 慧" userId="5feb6440-eb45-4c09-902d-2ebbe8048c41" providerId="ADAL" clId="{56447402-45BC-42A8-B7DC-3903C332109E}" dt="2026-08-27T00:34:35.365" v="12958"/>
          <ac:grpSpMkLst>
            <pc:docMk/>
            <pc:sldMk cId="3642507774" sldId="345"/>
            <ac:grpSpMk id="218" creationId="{79C60CAA-BA35-5C4E-F68A-F2F9B2FBA7AA}"/>
          </ac:grpSpMkLst>
        </pc:grpChg>
        <pc:grpChg chg="mod">
          <ac:chgData name="坂本 慧" userId="5feb6440-eb45-4c09-902d-2ebbe8048c41" providerId="ADAL" clId="{56447402-45BC-42A8-B7DC-3903C332109E}" dt="2026-08-27T00:34:35.365" v="12959"/>
          <ac:grpSpMkLst>
            <pc:docMk/>
            <pc:sldMk cId="3642507774" sldId="345"/>
            <ac:grpSpMk id="222" creationId="{158AECBB-6369-78A5-056B-3B0B56CBCA37}"/>
          </ac:grpSpMkLst>
        </pc:grpChg>
        <pc:grpChg chg="mod">
          <ac:chgData name="坂本 慧" userId="5feb6440-eb45-4c09-902d-2ebbe8048c41" providerId="ADAL" clId="{56447402-45BC-42A8-B7DC-3903C332109E}" dt="2026-08-27T00:37:23.742" v="13082" actId="208"/>
          <ac:grpSpMkLst>
            <pc:docMk/>
            <pc:sldMk cId="3642507774" sldId="345"/>
            <ac:grpSpMk id="226" creationId="{3BA1BC24-4C13-BD93-FEFA-919BFE87CDE8}"/>
          </ac:grpSpMkLst>
        </pc:grpChg>
        <pc:grpChg chg="mod">
          <ac:chgData name="坂本 慧" userId="5feb6440-eb45-4c09-902d-2ebbe8048c41" providerId="ADAL" clId="{56447402-45BC-42A8-B7DC-3903C332109E}" dt="2026-08-27T00:34:35.366" v="12961"/>
          <ac:grpSpMkLst>
            <pc:docMk/>
            <pc:sldMk cId="3642507774" sldId="345"/>
            <ac:grpSpMk id="230" creationId="{CB350718-BB86-01FD-07F0-37F9CC504C8A}"/>
          </ac:grpSpMkLst>
        </pc:grpChg>
        <pc:graphicFrameChg chg="mod">
          <ac:chgData name="坂本 慧" userId="5feb6440-eb45-4c09-902d-2ebbe8048c41" providerId="ADAL" clId="{56447402-45BC-42A8-B7DC-3903C332109E}" dt="2026-08-27T00:37:28.338" v="13099"/>
          <ac:graphicFrameMkLst>
            <pc:docMk/>
            <pc:sldMk cId="3642507774" sldId="345"/>
            <ac:graphicFrameMk id="4" creationId="{684C5E7C-D3AF-C0CC-3173-0638238E4224}"/>
          </ac:graphicFrameMkLst>
        </pc:graphicFrameChg>
      </pc:sldChg>
      <pc:sldChg chg="addSp delSp modSp new mod">
        <pc:chgData name="坂本 慧" userId="5feb6440-eb45-4c09-902d-2ebbe8048c41" providerId="ADAL" clId="{56447402-45BC-42A8-B7DC-3903C332109E}" dt="2026-08-26T23:53:38.205" v="10995"/>
        <pc:sldMkLst>
          <pc:docMk/>
          <pc:sldMk cId="3456980554" sldId="2830"/>
        </pc:sldMkLst>
      </pc:sldChg>
      <pc:sldChg chg="addSp delSp modSp new mod">
        <pc:chgData name="坂本 慧" userId="5feb6440-eb45-4c09-902d-2ebbe8048c41" providerId="ADAL" clId="{56447402-45BC-42A8-B7DC-3903C332109E}" dt="2026-08-30T16:19:51.270" v="13161"/>
        <pc:sldMkLst>
          <pc:docMk/>
          <pc:sldMk cId="3218557963" sldId="2832"/>
        </pc:sldMkLst>
        <pc:spChg chg="mod">
          <ac:chgData name="坂本 慧" userId="5feb6440-eb45-4c09-902d-2ebbe8048c41" providerId="ADAL" clId="{56447402-45BC-42A8-B7DC-3903C332109E}" dt="2026-08-30T16:19:51.270" v="13161"/>
          <ac:spMkLst>
            <pc:docMk/>
            <pc:sldMk cId="3218557963" sldId="2832"/>
            <ac:spMk id="2" creationId="{706D6CE3-350D-6E82-D51B-3FD39FFEFA56}"/>
          </ac:spMkLst>
        </pc:spChg>
        <pc:spChg chg="add mod">
          <ac:chgData name="坂本 慧" userId="5feb6440-eb45-4c09-902d-2ebbe8048c41" providerId="ADAL" clId="{56447402-45BC-42A8-B7DC-3903C332109E}" dt="2026-08-26T22:39:18.657" v="8717" actId="1035"/>
          <ac:spMkLst>
            <pc:docMk/>
            <pc:sldMk cId="3218557963" sldId="2832"/>
            <ac:spMk id="8" creationId="{0FE7B71D-433F-C0C7-C9A0-2D9A1644A042}"/>
          </ac:spMkLst>
        </pc:spChg>
        <pc:spChg chg="add mod">
          <ac:chgData name="坂本 慧" userId="5feb6440-eb45-4c09-902d-2ebbe8048c41" providerId="ADAL" clId="{56447402-45BC-42A8-B7DC-3903C332109E}" dt="2026-08-26T22:39:18.657" v="8717" actId="1035"/>
          <ac:spMkLst>
            <pc:docMk/>
            <pc:sldMk cId="3218557963" sldId="2832"/>
            <ac:spMk id="9" creationId="{A671CA8E-413C-A6BF-898C-3C039BF20C48}"/>
          </ac:spMkLst>
        </pc:spChg>
        <pc:spChg chg="add mod">
          <ac:chgData name="坂本 慧" userId="5feb6440-eb45-4c09-902d-2ebbe8048c41" providerId="ADAL" clId="{56447402-45BC-42A8-B7DC-3903C332109E}" dt="2026-08-26T22:39:18.657" v="8717" actId="1035"/>
          <ac:spMkLst>
            <pc:docMk/>
            <pc:sldMk cId="3218557963" sldId="2832"/>
            <ac:spMk id="10" creationId="{67BAB962-B778-05CB-9E10-27090D751332}"/>
          </ac:spMkLst>
        </pc:spChg>
        <pc:spChg chg="add mod">
          <ac:chgData name="坂本 慧" userId="5feb6440-eb45-4c09-902d-2ebbe8048c41" providerId="ADAL" clId="{56447402-45BC-42A8-B7DC-3903C332109E}" dt="2026-08-26T22:39:18.657" v="8717" actId="1035"/>
          <ac:spMkLst>
            <pc:docMk/>
            <pc:sldMk cId="3218557963" sldId="2832"/>
            <ac:spMk id="11" creationId="{0F0C5387-D5D7-F751-DA87-97DB4C3654EE}"/>
          </ac:spMkLst>
        </pc:spChg>
        <pc:spChg chg="add mod">
          <ac:chgData name="坂本 慧" userId="5feb6440-eb45-4c09-902d-2ebbe8048c41" providerId="ADAL" clId="{56447402-45BC-42A8-B7DC-3903C332109E}" dt="2026-08-26T22:39:18.657" v="8717" actId="1035"/>
          <ac:spMkLst>
            <pc:docMk/>
            <pc:sldMk cId="3218557963" sldId="2832"/>
            <ac:spMk id="12" creationId="{0D3A6116-24A5-56CB-7253-5FE88EBE0097}"/>
          </ac:spMkLst>
        </pc:spChg>
        <pc:spChg chg="add mod">
          <ac:chgData name="坂本 慧" userId="5feb6440-eb45-4c09-902d-2ebbe8048c41" providerId="ADAL" clId="{56447402-45BC-42A8-B7DC-3903C332109E}" dt="2026-08-26T22:39:18.657" v="8717" actId="1035"/>
          <ac:spMkLst>
            <pc:docMk/>
            <pc:sldMk cId="3218557963" sldId="2832"/>
            <ac:spMk id="13" creationId="{92B1988B-358E-C032-A5E8-A037A1DEB6D0}"/>
          </ac:spMkLst>
        </pc:spChg>
        <pc:spChg chg="add mod">
          <ac:chgData name="坂本 慧" userId="5feb6440-eb45-4c09-902d-2ebbe8048c41" providerId="ADAL" clId="{56447402-45BC-42A8-B7DC-3903C332109E}" dt="2026-08-26T22:39:18.657" v="8717" actId="1035"/>
          <ac:spMkLst>
            <pc:docMk/>
            <pc:sldMk cId="3218557963" sldId="2832"/>
            <ac:spMk id="14" creationId="{69515653-7526-4915-B6CE-4BA30015C3FD}"/>
          </ac:spMkLst>
        </pc:spChg>
        <pc:spChg chg="add mod">
          <ac:chgData name="坂本 慧" userId="5feb6440-eb45-4c09-902d-2ebbe8048c41" providerId="ADAL" clId="{56447402-45BC-42A8-B7DC-3903C332109E}" dt="2026-08-26T22:39:18.657" v="8717" actId="1035"/>
          <ac:spMkLst>
            <pc:docMk/>
            <pc:sldMk cId="3218557963" sldId="2832"/>
            <ac:spMk id="15" creationId="{47FD2440-16DB-F3F6-234A-5A2ED93DFA10}"/>
          </ac:spMkLst>
        </pc:spChg>
        <pc:spChg chg="add mod">
          <ac:chgData name="坂本 慧" userId="5feb6440-eb45-4c09-902d-2ebbe8048c41" providerId="ADAL" clId="{56447402-45BC-42A8-B7DC-3903C332109E}" dt="2026-08-26T22:39:18.657" v="8717" actId="1035"/>
          <ac:spMkLst>
            <pc:docMk/>
            <pc:sldMk cId="3218557963" sldId="2832"/>
            <ac:spMk id="16" creationId="{17C15F6A-3627-A7A2-1C26-37B4B51475B7}"/>
          </ac:spMkLst>
        </pc:spChg>
        <pc:spChg chg="add mod">
          <ac:chgData name="坂本 慧" userId="5feb6440-eb45-4c09-902d-2ebbe8048c41" providerId="ADAL" clId="{56447402-45BC-42A8-B7DC-3903C332109E}" dt="2026-08-26T22:39:18.657" v="8717" actId="1035"/>
          <ac:spMkLst>
            <pc:docMk/>
            <pc:sldMk cId="3218557963" sldId="2832"/>
            <ac:spMk id="17" creationId="{BE66876A-A5DC-6B31-96F7-A7D28E89B358}"/>
          </ac:spMkLst>
        </pc:spChg>
        <pc:graphicFrameChg chg="add mod ord modVis">
          <ac:chgData name="坂本 慧" userId="5feb6440-eb45-4c09-902d-2ebbe8048c41" providerId="ADAL" clId="{56447402-45BC-42A8-B7DC-3903C332109E}" dt="2026-08-26T22:38:45.900" v="8700"/>
          <ac:graphicFrameMkLst>
            <pc:docMk/>
            <pc:sldMk cId="3218557963" sldId="2832"/>
            <ac:graphicFrameMk id="7" creationId="{547AD2D1-C29B-5366-1FAD-B6B3DADBD8D9}"/>
          </ac:graphicFrameMkLst>
        </pc:graphicFrameChg>
      </pc:sldChg>
      <pc:sldChg chg="addSp modSp new mod">
        <pc:chgData name="坂本 慧" userId="5feb6440-eb45-4c09-902d-2ebbe8048c41" providerId="ADAL" clId="{56447402-45BC-42A8-B7DC-3903C332109E}" dt="2026-08-27T00:38:58.982" v="13109" actId="208"/>
        <pc:sldMkLst>
          <pc:docMk/>
          <pc:sldMk cId="2729539315" sldId="2833"/>
        </pc:sldMkLst>
        <pc:spChg chg="add mod">
          <ac:chgData name="坂本 慧" userId="5feb6440-eb45-4c09-902d-2ebbe8048c41" providerId="ADAL" clId="{56447402-45BC-42A8-B7DC-3903C332109E}" dt="2026-08-27T00:38:38.830" v="13107" actId="207"/>
          <ac:spMkLst>
            <pc:docMk/>
            <pc:sldMk cId="2729539315" sldId="2833"/>
            <ac:spMk id="7" creationId="{C2F016DC-CA8A-8091-B912-69B0A329E082}"/>
          </ac:spMkLst>
        </pc:spChg>
        <pc:spChg chg="add mod">
          <ac:chgData name="坂本 慧" userId="5feb6440-eb45-4c09-902d-2ebbe8048c41" providerId="ADAL" clId="{56447402-45BC-42A8-B7DC-3903C332109E}" dt="2026-08-27T00:38:38.830" v="13107" actId="207"/>
          <ac:spMkLst>
            <pc:docMk/>
            <pc:sldMk cId="2729539315" sldId="2833"/>
            <ac:spMk id="9" creationId="{27323BAB-1DF5-06CA-705A-0109BABFCA11}"/>
          </ac:spMkLst>
        </pc:spChg>
        <pc:spChg chg="add mod">
          <ac:chgData name="坂本 慧" userId="5feb6440-eb45-4c09-902d-2ebbe8048c41" providerId="ADAL" clId="{56447402-45BC-42A8-B7DC-3903C332109E}" dt="2026-08-26T22:49:20.750" v="8752" actId="208"/>
          <ac:spMkLst>
            <pc:docMk/>
            <pc:sldMk cId="2729539315" sldId="2833"/>
            <ac:spMk id="11" creationId="{76207A90-4BB6-7771-D1E8-E8D93E414766}"/>
          </ac:spMkLst>
        </pc:spChg>
        <pc:spChg chg="add mod">
          <ac:chgData name="坂本 慧" userId="5feb6440-eb45-4c09-902d-2ebbe8048c41" providerId="ADAL" clId="{56447402-45BC-42A8-B7DC-3903C332109E}" dt="2026-08-26T22:49:20.750" v="8752" actId="208"/>
          <ac:spMkLst>
            <pc:docMk/>
            <pc:sldMk cId="2729539315" sldId="2833"/>
            <ac:spMk id="13" creationId="{D173D0B2-C660-A7DF-0498-B8322F5BD26F}"/>
          </ac:spMkLst>
        </pc:spChg>
        <pc:spChg chg="add mod">
          <ac:chgData name="坂本 慧" userId="5feb6440-eb45-4c09-902d-2ebbe8048c41" providerId="ADAL" clId="{56447402-45BC-42A8-B7DC-3903C332109E}" dt="2026-08-27T00:38:58.982" v="13109" actId="208"/>
          <ac:spMkLst>
            <pc:docMk/>
            <pc:sldMk cId="2729539315" sldId="2833"/>
            <ac:spMk id="15" creationId="{473DE70A-FEEE-6B44-E685-E884DE94F19D}"/>
          </ac:spMkLst>
        </pc:spChg>
        <pc:spChg chg="add mod">
          <ac:chgData name="坂本 慧" userId="5feb6440-eb45-4c09-902d-2ebbe8048c41" providerId="ADAL" clId="{56447402-45BC-42A8-B7DC-3903C332109E}" dt="2026-08-27T00:38:50.229" v="13108" actId="207"/>
          <ac:spMkLst>
            <pc:docMk/>
            <pc:sldMk cId="2729539315" sldId="2833"/>
            <ac:spMk id="17" creationId="{0BCCD814-7C2C-1B38-7A80-F4D52651D3ED}"/>
          </ac:spMkLst>
        </pc:spChg>
        <pc:spChg chg="add mod">
          <ac:chgData name="坂本 慧" userId="5feb6440-eb45-4c09-902d-2ebbe8048c41" providerId="ADAL" clId="{56447402-45BC-42A8-B7DC-3903C332109E}" dt="2026-08-27T00:38:50.229" v="13108" actId="207"/>
          <ac:spMkLst>
            <pc:docMk/>
            <pc:sldMk cId="2729539315" sldId="2833"/>
            <ac:spMk id="19" creationId="{B44A372E-3F6D-6E43-AEA9-4577E7B79080}"/>
          </ac:spMkLst>
        </pc:spChg>
        <pc:spChg chg="mod">
          <ac:chgData name="坂本 慧" userId="5feb6440-eb45-4c09-902d-2ebbe8048c41" providerId="ADAL" clId="{56447402-45BC-42A8-B7DC-3903C332109E}" dt="2026-08-26T22:44:26.157" v="8723"/>
          <ac:spMkLst>
            <pc:docMk/>
            <pc:sldMk cId="2729539315" sldId="2833"/>
            <ac:spMk id="22" creationId="{3C852865-5ADD-E628-741F-EBC61F24CAA1}"/>
          </ac:spMkLst>
        </pc:spChg>
        <pc:spChg chg="mod">
          <ac:chgData name="坂本 慧" userId="5feb6440-eb45-4c09-902d-2ebbe8048c41" providerId="ADAL" clId="{56447402-45BC-42A8-B7DC-3903C332109E}" dt="2026-08-26T22:44:26.157" v="8723"/>
          <ac:spMkLst>
            <pc:docMk/>
            <pc:sldMk cId="2729539315" sldId="2833"/>
            <ac:spMk id="24" creationId="{417A90FA-25D9-DCF3-1C16-7CA7C13BDE83}"/>
          </ac:spMkLst>
        </pc:spChg>
        <pc:spChg chg="mod">
          <ac:chgData name="坂本 慧" userId="5feb6440-eb45-4c09-902d-2ebbe8048c41" providerId="ADAL" clId="{56447402-45BC-42A8-B7DC-3903C332109E}" dt="2026-08-26T22:44:26.157" v="8723"/>
          <ac:spMkLst>
            <pc:docMk/>
            <pc:sldMk cId="2729539315" sldId="2833"/>
            <ac:spMk id="25" creationId="{A73D21B9-5E6F-0F4B-F8EC-107F39DC568A}"/>
          </ac:spMkLst>
        </pc:spChg>
        <pc:spChg chg="mod">
          <ac:chgData name="坂本 慧" userId="5feb6440-eb45-4c09-902d-2ebbe8048c41" providerId="ADAL" clId="{56447402-45BC-42A8-B7DC-3903C332109E}" dt="2026-08-26T22:44:26.157" v="8723"/>
          <ac:spMkLst>
            <pc:docMk/>
            <pc:sldMk cId="2729539315" sldId="2833"/>
            <ac:spMk id="26" creationId="{32AED00E-BD16-F9A7-A1E8-F0E2D2246CD6}"/>
          </ac:spMkLst>
        </pc:spChg>
        <pc:spChg chg="mod">
          <ac:chgData name="坂本 慧" userId="5feb6440-eb45-4c09-902d-2ebbe8048c41" providerId="ADAL" clId="{56447402-45BC-42A8-B7DC-3903C332109E}" dt="2026-08-26T22:44:26.157" v="8723"/>
          <ac:spMkLst>
            <pc:docMk/>
            <pc:sldMk cId="2729539315" sldId="2833"/>
            <ac:spMk id="27" creationId="{EDAC73B8-A6DB-B9BD-6AF4-3D580187463D}"/>
          </ac:spMkLst>
        </pc:spChg>
        <pc:grpChg chg="add mod">
          <ac:chgData name="坂本 慧" userId="5feb6440-eb45-4c09-902d-2ebbe8048c41" providerId="ADAL" clId="{56447402-45BC-42A8-B7DC-3903C332109E}" dt="2026-08-26T22:44:26.157" v="8723"/>
          <ac:grpSpMkLst>
            <pc:docMk/>
            <pc:sldMk cId="2729539315" sldId="2833"/>
            <ac:grpSpMk id="20" creationId="{B1FD5812-019E-D359-B3EF-250561AB46BF}"/>
          </ac:grpSpMkLst>
        </pc:grpChg>
        <pc:grpChg chg="mod">
          <ac:chgData name="坂本 慧" userId="5feb6440-eb45-4c09-902d-2ebbe8048c41" providerId="ADAL" clId="{56447402-45BC-42A8-B7DC-3903C332109E}" dt="2026-08-26T22:44:26.157" v="8723"/>
          <ac:grpSpMkLst>
            <pc:docMk/>
            <pc:sldMk cId="2729539315" sldId="2833"/>
            <ac:grpSpMk id="21" creationId="{1E3640F5-E8FD-65D4-D38D-66AC4DDD26D5}"/>
          </ac:grpSpMkLst>
        </pc:grpChg>
        <pc:grpChg chg="mod">
          <ac:chgData name="坂本 慧" userId="5feb6440-eb45-4c09-902d-2ebbe8048c41" providerId="ADAL" clId="{56447402-45BC-42A8-B7DC-3903C332109E}" dt="2026-08-26T22:44:26.157" v="8723"/>
          <ac:grpSpMkLst>
            <pc:docMk/>
            <pc:sldMk cId="2729539315" sldId="2833"/>
            <ac:grpSpMk id="23" creationId="{54B18426-B53E-92E3-9E98-21B60A8001BF}"/>
          </ac:grpSpMkLst>
        </pc:grpChg>
        <pc:graphicFrameChg chg="add mod ord modVis">
          <ac:chgData name="坂本 慧" userId="5feb6440-eb45-4c09-902d-2ebbe8048c41" providerId="ADAL" clId="{56447402-45BC-42A8-B7DC-3903C332109E}" dt="2026-08-27T00:23:56.476" v="11154"/>
          <ac:graphicFrameMkLst>
            <pc:docMk/>
            <pc:sldMk cId="2729539315" sldId="2833"/>
            <ac:graphicFrameMk id="28" creationId="{D5414E96-23CE-B7A9-A612-5F5E4DB949B7}"/>
          </ac:graphicFrameMkLst>
        </pc:graphicFrameChg>
      </pc:sldChg>
      <pc:sldChg chg="addSp modSp new mod">
        <pc:chgData name="坂本 慧" userId="5feb6440-eb45-4c09-902d-2ebbe8048c41" providerId="ADAL" clId="{56447402-45BC-42A8-B7DC-3903C332109E}" dt="2026-08-27T00:39:09.191" v="13110" actId="207"/>
        <pc:sldMkLst>
          <pc:docMk/>
          <pc:sldMk cId="4130504249" sldId="2834"/>
        </pc:sldMkLst>
        <pc:spChg chg="add mod">
          <ac:chgData name="坂本 慧" userId="5feb6440-eb45-4c09-902d-2ebbe8048c41" providerId="ADAL" clId="{56447402-45BC-42A8-B7DC-3903C332109E}" dt="2026-08-27T00:39:09.191" v="13110" actId="207"/>
          <ac:spMkLst>
            <pc:docMk/>
            <pc:sldMk cId="4130504249" sldId="2834"/>
            <ac:spMk id="7" creationId="{91455F6F-F5F1-2586-D717-B1EE8076DD9B}"/>
          </ac:spMkLst>
        </pc:spChg>
        <pc:spChg chg="add mod">
          <ac:chgData name="坂本 慧" userId="5feb6440-eb45-4c09-902d-2ebbe8048c41" providerId="ADAL" clId="{56447402-45BC-42A8-B7DC-3903C332109E}" dt="2026-08-26T22:49:06.802" v="8749" actId="1036"/>
          <ac:spMkLst>
            <pc:docMk/>
            <pc:sldMk cId="4130504249" sldId="2834"/>
            <ac:spMk id="9" creationId="{1DC1675F-BA97-22DF-DEC7-C87269B2474A}"/>
          </ac:spMkLst>
        </pc:spChg>
        <pc:spChg chg="add mod">
          <ac:chgData name="坂本 慧" userId="5feb6440-eb45-4c09-902d-2ebbe8048c41" providerId="ADAL" clId="{56447402-45BC-42A8-B7DC-3903C332109E}" dt="2026-08-27T00:39:09.191" v="13110" actId="207"/>
          <ac:spMkLst>
            <pc:docMk/>
            <pc:sldMk cId="4130504249" sldId="2834"/>
            <ac:spMk id="11" creationId="{B36F56D5-6E5B-5B23-7295-83862EFA4EBE}"/>
          </ac:spMkLst>
        </pc:spChg>
        <pc:spChg chg="add mod">
          <ac:chgData name="坂本 慧" userId="5feb6440-eb45-4c09-902d-2ebbe8048c41" providerId="ADAL" clId="{56447402-45BC-42A8-B7DC-3903C332109E}" dt="2026-08-26T22:49:06.802" v="8749" actId="1036"/>
          <ac:spMkLst>
            <pc:docMk/>
            <pc:sldMk cId="4130504249" sldId="2834"/>
            <ac:spMk id="13" creationId="{BB0DFC27-C028-1407-90DA-661775EB722B}"/>
          </ac:spMkLst>
        </pc:spChg>
        <pc:spChg chg="add mod">
          <ac:chgData name="坂本 慧" userId="5feb6440-eb45-4c09-902d-2ebbe8048c41" providerId="ADAL" clId="{56447402-45BC-42A8-B7DC-3903C332109E}" dt="2026-08-27T00:39:09.191" v="13110" actId="207"/>
          <ac:spMkLst>
            <pc:docMk/>
            <pc:sldMk cId="4130504249" sldId="2834"/>
            <ac:spMk id="15" creationId="{6B533FE4-BC21-F9FC-AA9E-55B20C4732B7}"/>
          </ac:spMkLst>
        </pc:spChg>
        <pc:spChg chg="add mod">
          <ac:chgData name="坂本 慧" userId="5feb6440-eb45-4c09-902d-2ebbe8048c41" providerId="ADAL" clId="{56447402-45BC-42A8-B7DC-3903C332109E}" dt="2026-08-26T22:49:06.802" v="8749" actId="1036"/>
          <ac:spMkLst>
            <pc:docMk/>
            <pc:sldMk cId="4130504249" sldId="2834"/>
            <ac:spMk id="17" creationId="{A40161A4-38C0-D220-6E21-9B455934EC25}"/>
          </ac:spMkLst>
        </pc:spChg>
        <pc:graphicFrameChg chg="add mod ord modVis">
          <ac:chgData name="坂本 慧" userId="5feb6440-eb45-4c09-902d-2ebbe8048c41" providerId="ADAL" clId="{56447402-45BC-42A8-B7DC-3903C332109E}" dt="2026-08-27T00:23:56.561" v="11280"/>
          <ac:graphicFrameMkLst>
            <pc:docMk/>
            <pc:sldMk cId="4130504249" sldId="2834"/>
            <ac:graphicFrameMk id="18" creationId="{1FC12BB0-CD61-2BE2-2D4C-18CB5D91B681}"/>
          </ac:graphicFrameMkLst>
        </pc:graphicFrameChg>
      </pc:sldChg>
      <pc:sldChg chg="addSp delSp modSp new mod">
        <pc:chgData name="坂本 慧" userId="5feb6440-eb45-4c09-902d-2ebbe8048c41" providerId="ADAL" clId="{56447402-45BC-42A8-B7DC-3903C332109E}" dt="2026-08-27T00:39:26.867" v="13112" actId="207"/>
        <pc:sldMkLst>
          <pc:docMk/>
          <pc:sldMk cId="1434011148" sldId="2836"/>
        </pc:sldMkLst>
        <pc:spChg chg="mod topLvl">
          <ac:chgData name="坂本 慧" userId="5feb6440-eb45-4c09-902d-2ebbe8048c41" providerId="ADAL" clId="{56447402-45BC-42A8-B7DC-3903C332109E}" dt="2026-08-27T00:39:26.867" v="13112" actId="207"/>
          <ac:spMkLst>
            <pc:docMk/>
            <pc:sldMk cId="1434011148" sldId="2836"/>
            <ac:spMk id="7" creationId="{4FFD24A6-8D57-7E2D-1408-2784881317DB}"/>
          </ac:spMkLst>
        </pc:spChg>
        <pc:spChg chg="mod topLvl">
          <ac:chgData name="坂本 慧" userId="5feb6440-eb45-4c09-902d-2ebbe8048c41" providerId="ADAL" clId="{56447402-45BC-42A8-B7DC-3903C332109E}" dt="2026-08-27T00:39:23.047" v="13111" actId="165"/>
          <ac:spMkLst>
            <pc:docMk/>
            <pc:sldMk cId="1434011148" sldId="2836"/>
            <ac:spMk id="8" creationId="{43F16A6D-63EE-8D1D-D4BF-8653A2CBBA83}"/>
          </ac:spMkLst>
        </pc:spChg>
        <pc:spChg chg="mod topLvl">
          <ac:chgData name="坂本 慧" userId="5feb6440-eb45-4c09-902d-2ebbe8048c41" providerId="ADAL" clId="{56447402-45BC-42A8-B7DC-3903C332109E}" dt="2026-08-27T00:39:26.867" v="13112" actId="207"/>
          <ac:spMkLst>
            <pc:docMk/>
            <pc:sldMk cId="1434011148" sldId="2836"/>
            <ac:spMk id="10" creationId="{4B63BE09-3A01-8516-8EA9-F0D4B50A4B55}"/>
          </ac:spMkLst>
        </pc:spChg>
        <pc:spChg chg="mod topLvl">
          <ac:chgData name="坂本 慧" userId="5feb6440-eb45-4c09-902d-2ebbe8048c41" providerId="ADAL" clId="{56447402-45BC-42A8-B7DC-3903C332109E}" dt="2026-08-27T00:39:23.047" v="13111" actId="165"/>
          <ac:spMkLst>
            <pc:docMk/>
            <pc:sldMk cId="1434011148" sldId="2836"/>
            <ac:spMk id="11" creationId="{8B80C7E0-28B2-EEEA-D02E-635BD34473BB}"/>
          </ac:spMkLst>
        </pc:spChg>
        <pc:spChg chg="mod topLvl">
          <ac:chgData name="坂本 慧" userId="5feb6440-eb45-4c09-902d-2ebbe8048c41" providerId="ADAL" clId="{56447402-45BC-42A8-B7DC-3903C332109E}" dt="2026-08-27T00:39:26.867" v="13112" actId="207"/>
          <ac:spMkLst>
            <pc:docMk/>
            <pc:sldMk cId="1434011148" sldId="2836"/>
            <ac:spMk id="13" creationId="{4FA24C1F-58DA-2182-A08D-00BA40F673CF}"/>
          </ac:spMkLst>
        </pc:spChg>
        <pc:spChg chg="mod topLvl">
          <ac:chgData name="坂本 慧" userId="5feb6440-eb45-4c09-902d-2ebbe8048c41" providerId="ADAL" clId="{56447402-45BC-42A8-B7DC-3903C332109E}" dt="2026-08-27T00:39:23.047" v="13111" actId="165"/>
          <ac:spMkLst>
            <pc:docMk/>
            <pc:sldMk cId="1434011148" sldId="2836"/>
            <ac:spMk id="14" creationId="{9E98564F-25CB-59AD-4D9F-7A65669AEEF7}"/>
          </ac:spMkLst>
        </pc:spChg>
        <pc:spChg chg="mod topLvl">
          <ac:chgData name="坂本 慧" userId="5feb6440-eb45-4c09-902d-2ebbe8048c41" providerId="ADAL" clId="{56447402-45BC-42A8-B7DC-3903C332109E}" dt="2026-08-27T00:39:26.867" v="13112" actId="207"/>
          <ac:spMkLst>
            <pc:docMk/>
            <pc:sldMk cId="1434011148" sldId="2836"/>
            <ac:spMk id="16" creationId="{52DE6531-D157-BC04-7665-56FE1A39CD7E}"/>
          </ac:spMkLst>
        </pc:spChg>
        <pc:spChg chg="mod topLvl">
          <ac:chgData name="坂本 慧" userId="5feb6440-eb45-4c09-902d-2ebbe8048c41" providerId="ADAL" clId="{56447402-45BC-42A8-B7DC-3903C332109E}" dt="2026-08-27T00:39:23.047" v="13111" actId="165"/>
          <ac:spMkLst>
            <pc:docMk/>
            <pc:sldMk cId="1434011148" sldId="2836"/>
            <ac:spMk id="17" creationId="{E7DC4F92-3A34-4188-B004-7D70112EBA4A}"/>
          </ac:spMkLst>
        </pc:spChg>
        <pc:graphicFrameChg chg="add mod ord modVis">
          <ac:chgData name="坂本 慧" userId="5feb6440-eb45-4c09-902d-2ebbe8048c41" providerId="ADAL" clId="{56447402-45BC-42A8-B7DC-3903C332109E}" dt="2026-08-27T00:23:56.570" v="11294"/>
          <ac:graphicFrameMkLst>
            <pc:docMk/>
            <pc:sldMk cId="1434011148" sldId="2836"/>
            <ac:graphicFrameMk id="18" creationId="{0FDF9358-EFBE-3CB7-2F12-578D0BBA694B}"/>
          </ac:graphicFrameMkLst>
        </pc:graphicFrameChg>
      </pc:sldChg>
      <pc:sldChg chg="addSp modSp new mod">
        <pc:chgData name="坂本 慧" userId="5feb6440-eb45-4c09-902d-2ebbe8048c41" providerId="ADAL" clId="{56447402-45BC-42A8-B7DC-3903C332109E}" dt="2026-08-27T00:39:37.469" v="13114"/>
        <pc:sldMkLst>
          <pc:docMk/>
          <pc:sldMk cId="2555667212" sldId="2837"/>
        </pc:sldMkLst>
        <pc:spChg chg="add mod">
          <ac:chgData name="坂本 慧" userId="5feb6440-eb45-4c09-902d-2ebbe8048c41" providerId="ADAL" clId="{56447402-45BC-42A8-B7DC-3903C332109E}" dt="2026-08-27T00:39:33.673" v="13113" actId="207"/>
          <ac:spMkLst>
            <pc:docMk/>
            <pc:sldMk cId="2555667212" sldId="2837"/>
            <ac:spMk id="7" creationId="{BF02B352-C57A-4F38-E651-E83277A07550}"/>
          </ac:spMkLst>
        </pc:spChg>
        <pc:spChg chg="add mod">
          <ac:chgData name="坂本 慧" userId="5feb6440-eb45-4c09-902d-2ebbe8048c41" providerId="ADAL" clId="{56447402-45BC-42A8-B7DC-3903C332109E}" dt="2026-08-27T00:39:33.673" v="13113" actId="207"/>
          <ac:spMkLst>
            <pc:docMk/>
            <pc:sldMk cId="2555667212" sldId="2837"/>
            <ac:spMk id="9" creationId="{2FEFA7E2-DB88-EF24-CF77-0B2CE9A6D00F}"/>
          </ac:spMkLst>
        </pc:spChg>
        <pc:spChg chg="add mod">
          <ac:chgData name="坂本 慧" userId="5feb6440-eb45-4c09-902d-2ebbe8048c41" providerId="ADAL" clId="{56447402-45BC-42A8-B7DC-3903C332109E}" dt="2026-08-26T22:52:04.055" v="8787" actId="208"/>
          <ac:spMkLst>
            <pc:docMk/>
            <pc:sldMk cId="2555667212" sldId="2837"/>
            <ac:spMk id="11" creationId="{8403E2A6-052E-05D2-347F-125706861872}"/>
          </ac:spMkLst>
        </pc:spChg>
        <pc:spChg chg="add mod">
          <ac:chgData name="坂本 慧" userId="5feb6440-eb45-4c09-902d-2ebbe8048c41" providerId="ADAL" clId="{56447402-45BC-42A8-B7DC-3903C332109E}" dt="2026-08-26T22:52:04.055" v="8787" actId="208"/>
          <ac:spMkLst>
            <pc:docMk/>
            <pc:sldMk cId="2555667212" sldId="2837"/>
            <ac:spMk id="13" creationId="{B77A704E-AD29-2798-A725-6888AD682C2B}"/>
          </ac:spMkLst>
        </pc:spChg>
        <pc:spChg chg="add mod">
          <ac:chgData name="坂本 慧" userId="5feb6440-eb45-4c09-902d-2ebbe8048c41" providerId="ADAL" clId="{56447402-45BC-42A8-B7DC-3903C332109E}" dt="2026-08-27T00:39:33.673" v="13113" actId="207"/>
          <ac:spMkLst>
            <pc:docMk/>
            <pc:sldMk cId="2555667212" sldId="2837"/>
            <ac:spMk id="15" creationId="{29D0CD47-F269-11E8-4AA5-60EF7DA2D4C7}"/>
          </ac:spMkLst>
        </pc:spChg>
        <pc:spChg chg="add mod">
          <ac:chgData name="坂本 慧" userId="5feb6440-eb45-4c09-902d-2ebbe8048c41" providerId="ADAL" clId="{56447402-45BC-42A8-B7DC-3903C332109E}" dt="2026-08-26T22:52:04.055" v="8787" actId="208"/>
          <ac:spMkLst>
            <pc:docMk/>
            <pc:sldMk cId="2555667212" sldId="2837"/>
            <ac:spMk id="17" creationId="{0FF49E45-62CE-387A-D441-6731E713149A}"/>
          </ac:spMkLst>
        </pc:spChg>
        <pc:spChg chg="add mod">
          <ac:chgData name="坂本 慧" userId="5feb6440-eb45-4c09-902d-2ebbe8048c41" providerId="ADAL" clId="{56447402-45BC-42A8-B7DC-3903C332109E}" dt="2026-08-27T00:39:37.469" v="13114"/>
          <ac:spMkLst>
            <pc:docMk/>
            <pc:sldMk cId="2555667212" sldId="2837"/>
            <ac:spMk id="19" creationId="{2CB98AD3-BD73-59EE-43D6-B4B90E503F72}"/>
          </ac:spMkLst>
        </pc:spChg>
        <pc:graphicFrameChg chg="add mod ord modVis">
          <ac:chgData name="坂本 慧" userId="5feb6440-eb45-4c09-902d-2ebbe8048c41" providerId="ADAL" clId="{56447402-45BC-42A8-B7DC-3903C332109E}" dt="2026-08-27T00:23:56.587" v="11322"/>
          <ac:graphicFrameMkLst>
            <pc:docMk/>
            <pc:sldMk cId="2555667212" sldId="2837"/>
            <ac:graphicFrameMk id="20" creationId="{A05B9B82-36B7-390B-F928-59267C9D5611}"/>
          </ac:graphicFrameMkLst>
        </pc:graphicFrameChg>
      </pc:sldChg>
      <pc:sldChg chg="addSp delSp modSp new mod">
        <pc:chgData name="坂本 慧" userId="5feb6440-eb45-4c09-902d-2ebbe8048c41" providerId="ADAL" clId="{56447402-45BC-42A8-B7DC-3903C332109E}" dt="2026-08-27T00:37:43.758" v="13100" actId="207"/>
        <pc:sldMkLst>
          <pc:docMk/>
          <pc:sldMk cId="518531005" sldId="2838"/>
        </pc:sldMkLst>
        <pc:spChg chg="mod">
          <ac:chgData name="坂本 慧" userId="5feb6440-eb45-4c09-902d-2ebbe8048c41" providerId="ADAL" clId="{56447402-45BC-42A8-B7DC-3903C332109E}" dt="2026-08-26T23:11:17.597" v="8924" actId="1076"/>
          <ac:spMkLst>
            <pc:docMk/>
            <pc:sldMk cId="518531005" sldId="2838"/>
            <ac:spMk id="2" creationId="{BB41B92D-BC42-45D2-D08C-AD1A76466192}"/>
          </ac:spMkLst>
        </pc:spChg>
        <pc:spChg chg="add">
          <ac:chgData name="坂本 慧" userId="5feb6440-eb45-4c09-902d-2ebbe8048c41" providerId="ADAL" clId="{56447402-45BC-42A8-B7DC-3903C332109E}" dt="2026-08-26T22:53:20.602" v="8791" actId="22"/>
          <ac:spMkLst>
            <pc:docMk/>
            <pc:sldMk cId="518531005" sldId="2838"/>
            <ac:spMk id="10" creationId="{DE005D53-20B2-6D0D-C29F-83A84E189BE3}"/>
          </ac:spMkLst>
        </pc:spChg>
        <pc:spChg chg="add mod topLvl">
          <ac:chgData name="坂本 慧" userId="5feb6440-eb45-4c09-902d-2ebbe8048c41" providerId="ADAL" clId="{56447402-45BC-42A8-B7DC-3903C332109E}" dt="2026-08-27T00:37:43.758" v="13100" actId="207"/>
          <ac:spMkLst>
            <pc:docMk/>
            <pc:sldMk cId="518531005" sldId="2838"/>
            <ac:spMk id="11" creationId="{DAAFE077-5806-ED73-EA19-F968DDD418C7}"/>
          </ac:spMkLst>
        </pc:spChg>
        <pc:spChg chg="add mod">
          <ac:chgData name="坂本 慧" userId="5feb6440-eb45-4c09-902d-2ebbe8048c41" providerId="ADAL" clId="{56447402-45BC-42A8-B7DC-3903C332109E}" dt="2026-08-26T23:21:53.720" v="9178" actId="1076"/>
          <ac:spMkLst>
            <pc:docMk/>
            <pc:sldMk cId="518531005" sldId="2838"/>
            <ac:spMk id="21" creationId="{F814AF2B-310E-1EB0-FEB8-DF776A0839B7}"/>
          </ac:spMkLst>
        </pc:spChg>
        <pc:graphicFrameChg chg="add mod ord modVis">
          <ac:chgData name="坂本 慧" userId="5feb6440-eb45-4c09-902d-2ebbe8048c41" providerId="ADAL" clId="{56447402-45BC-42A8-B7DC-3903C332109E}" dt="2026-08-27T00:23:56.515" v="11210"/>
          <ac:graphicFrameMkLst>
            <pc:docMk/>
            <pc:sldMk cId="518531005" sldId="2838"/>
            <ac:graphicFrameMk id="22" creationId="{C229D5AA-1A7D-58C4-086D-C3A5A0F9A290}"/>
          </ac:graphicFrameMkLst>
        </pc:graphicFrameChg>
      </pc:sldChg>
      <pc:sldChg chg="addSp delSp modSp add del mod ord">
        <pc:chgData name="坂本 慧" userId="5feb6440-eb45-4c09-902d-2ebbe8048c41" providerId="ADAL" clId="{56447402-45BC-42A8-B7DC-3903C332109E}" dt="2026-08-27T00:40:10.675" v="13125" actId="207"/>
        <pc:sldMkLst>
          <pc:docMk/>
          <pc:sldMk cId="1132381862" sldId="2839"/>
        </pc:sldMkLst>
        <pc:spChg chg="add del mod">
          <ac:chgData name="坂本 慧" userId="5feb6440-eb45-4c09-902d-2ebbe8048c41" providerId="ADAL" clId="{56447402-45BC-42A8-B7DC-3903C332109E}" dt="2026-08-27T00:24:46.563" v="11387" actId="478"/>
          <ac:spMkLst>
            <pc:docMk/>
            <pc:sldMk cId="1132381862" sldId="2839"/>
            <ac:spMk id="2" creationId="{20A52B45-E350-DCEE-2D0B-EDC459FEE101}"/>
          </ac:spMkLst>
        </pc:spChg>
        <pc:spChg chg="mod">
          <ac:chgData name="坂本 慧" userId="5feb6440-eb45-4c09-902d-2ebbe8048c41" providerId="ADAL" clId="{56447402-45BC-42A8-B7DC-3903C332109E}" dt="2026-08-26T23:35:03.465" v="9725"/>
          <ac:spMkLst>
            <pc:docMk/>
            <pc:sldMk cId="1132381862" sldId="2839"/>
            <ac:spMk id="3" creationId="{735EAF2D-84FE-BC62-81AD-F46D09B8684E}"/>
          </ac:spMkLst>
        </pc:spChg>
        <pc:spChg chg="mod ord">
          <ac:chgData name="坂本 慧" userId="5feb6440-eb45-4c09-902d-2ebbe8048c41" providerId="ADAL" clId="{56447402-45BC-42A8-B7DC-3903C332109E}" dt="2026-08-26T23:35:15.182" v="9840"/>
          <ac:spMkLst>
            <pc:docMk/>
            <pc:sldMk cId="1132381862" sldId="2839"/>
            <ac:spMk id="4" creationId="{573A55D8-22BE-6AE3-C1A9-2CF10B9DA8A0}"/>
          </ac:spMkLst>
        </pc:spChg>
        <pc:spChg chg="add mod topLvl">
          <ac:chgData name="坂本 慧" userId="5feb6440-eb45-4c09-902d-2ebbe8048c41" providerId="ADAL" clId="{56447402-45BC-42A8-B7DC-3903C332109E}" dt="2026-08-27T00:39:58.194" v="13119" actId="165"/>
          <ac:spMkLst>
            <pc:docMk/>
            <pc:sldMk cId="1132381862" sldId="2839"/>
            <ac:spMk id="203" creationId="{11B3530F-B981-52B5-42F9-B44416EFC1F8}"/>
          </ac:spMkLst>
        </pc:spChg>
        <pc:spChg chg="add mod topLvl">
          <ac:chgData name="坂本 慧" userId="5feb6440-eb45-4c09-902d-2ebbe8048c41" providerId="ADAL" clId="{56447402-45BC-42A8-B7DC-3903C332109E}" dt="2026-08-27T00:40:07.431" v="13124" actId="207"/>
          <ac:spMkLst>
            <pc:docMk/>
            <pc:sldMk cId="1132381862" sldId="2839"/>
            <ac:spMk id="204" creationId="{E36963FC-1E6B-667A-CFE8-4D099E4CFAF4}"/>
          </ac:spMkLst>
        </pc:spChg>
        <pc:spChg chg="add mod topLvl">
          <ac:chgData name="坂本 慧" userId="5feb6440-eb45-4c09-902d-2ebbe8048c41" providerId="ADAL" clId="{56447402-45BC-42A8-B7DC-3903C332109E}" dt="2026-08-27T00:39:58.194" v="13119" actId="165"/>
          <ac:spMkLst>
            <pc:docMk/>
            <pc:sldMk cId="1132381862" sldId="2839"/>
            <ac:spMk id="205" creationId="{478B471A-D5FC-6E7B-1EF9-9797C123ADC3}"/>
          </ac:spMkLst>
        </pc:spChg>
        <pc:spChg chg="add mod topLvl">
          <ac:chgData name="坂本 慧" userId="5feb6440-eb45-4c09-902d-2ebbe8048c41" providerId="ADAL" clId="{56447402-45BC-42A8-B7DC-3903C332109E}" dt="2026-08-27T00:40:07.431" v="13124" actId="207"/>
          <ac:spMkLst>
            <pc:docMk/>
            <pc:sldMk cId="1132381862" sldId="2839"/>
            <ac:spMk id="206" creationId="{F5B003F4-A158-20C2-7053-2BDA166B5E69}"/>
          </ac:spMkLst>
        </pc:spChg>
        <pc:spChg chg="add mod topLvl">
          <ac:chgData name="坂本 慧" userId="5feb6440-eb45-4c09-902d-2ebbe8048c41" providerId="ADAL" clId="{56447402-45BC-42A8-B7DC-3903C332109E}" dt="2026-08-27T00:39:58.194" v="13119" actId="165"/>
          <ac:spMkLst>
            <pc:docMk/>
            <pc:sldMk cId="1132381862" sldId="2839"/>
            <ac:spMk id="207" creationId="{E81490D2-8233-5C58-588F-38CA2168BA16}"/>
          </ac:spMkLst>
        </pc:spChg>
        <pc:spChg chg="add mod topLvl">
          <ac:chgData name="坂本 慧" userId="5feb6440-eb45-4c09-902d-2ebbe8048c41" providerId="ADAL" clId="{56447402-45BC-42A8-B7DC-3903C332109E}" dt="2026-08-27T00:40:07.431" v="13124" actId="207"/>
          <ac:spMkLst>
            <pc:docMk/>
            <pc:sldMk cId="1132381862" sldId="2839"/>
            <ac:spMk id="208" creationId="{485C9317-F30A-B237-E6A4-801D94C2697D}"/>
          </ac:spMkLst>
        </pc:spChg>
        <pc:spChg chg="add mod topLvl">
          <ac:chgData name="坂本 慧" userId="5feb6440-eb45-4c09-902d-2ebbe8048c41" providerId="ADAL" clId="{56447402-45BC-42A8-B7DC-3903C332109E}" dt="2026-08-27T00:39:58.194" v="13119" actId="165"/>
          <ac:spMkLst>
            <pc:docMk/>
            <pc:sldMk cId="1132381862" sldId="2839"/>
            <ac:spMk id="209" creationId="{A4EDE001-1F52-58B3-328A-8E1AB4E647E2}"/>
          </ac:spMkLst>
        </pc:spChg>
        <pc:spChg chg="add mod topLvl">
          <ac:chgData name="坂本 慧" userId="5feb6440-eb45-4c09-902d-2ebbe8048c41" providerId="ADAL" clId="{56447402-45BC-42A8-B7DC-3903C332109E}" dt="2026-08-27T00:40:10.675" v="13125" actId="207"/>
          <ac:spMkLst>
            <pc:docMk/>
            <pc:sldMk cId="1132381862" sldId="2839"/>
            <ac:spMk id="210" creationId="{8FB7D3A0-1123-0D1B-A8C3-A7DBBFFB8B06}"/>
          </ac:spMkLst>
        </pc:spChg>
        <pc:spChg chg="mod">
          <ac:chgData name="坂本 慧" userId="5feb6440-eb45-4c09-902d-2ebbe8048c41" providerId="ADAL" clId="{56447402-45BC-42A8-B7DC-3903C332109E}" dt="2026-08-26T23:37:31.750" v="10620" actId="164"/>
          <ac:spMkLst>
            <pc:docMk/>
            <pc:sldMk cId="1132381862" sldId="2839"/>
            <ac:spMk id="211" creationId="{7A6E0B97-1F9F-F165-9A3C-A8B3B1FE6200}"/>
          </ac:spMkLst>
        </pc:spChg>
        <pc:spChg chg="mod">
          <ac:chgData name="坂本 慧" userId="5feb6440-eb45-4c09-902d-2ebbe8048c41" providerId="ADAL" clId="{56447402-45BC-42A8-B7DC-3903C332109E}" dt="2026-08-27T00:40:10.675" v="13125" actId="207"/>
          <ac:spMkLst>
            <pc:docMk/>
            <pc:sldMk cId="1132381862" sldId="2839"/>
            <ac:spMk id="212" creationId="{2F6D36F4-3914-5A29-A371-F36DF7DBFC35}"/>
          </ac:spMkLst>
        </pc:spChg>
        <pc:spChg chg="add mod topLvl">
          <ac:chgData name="坂本 慧" userId="5feb6440-eb45-4c09-902d-2ebbe8048c41" providerId="ADAL" clId="{56447402-45BC-42A8-B7DC-3903C332109E}" dt="2026-08-27T00:39:58.194" v="13119" actId="165"/>
          <ac:spMkLst>
            <pc:docMk/>
            <pc:sldMk cId="1132381862" sldId="2839"/>
            <ac:spMk id="213" creationId="{0843E80F-286C-82CB-CA43-DC307B7410AA}"/>
          </ac:spMkLst>
        </pc:spChg>
        <pc:spChg chg="add mod topLvl">
          <ac:chgData name="坂本 慧" userId="5feb6440-eb45-4c09-902d-2ebbe8048c41" providerId="ADAL" clId="{56447402-45BC-42A8-B7DC-3903C332109E}" dt="2026-08-27T00:40:10.675" v="13125" actId="207"/>
          <ac:spMkLst>
            <pc:docMk/>
            <pc:sldMk cId="1132381862" sldId="2839"/>
            <ac:spMk id="214" creationId="{D259B059-3EAA-CE9B-F2B6-4D2DF6A8788E}"/>
          </ac:spMkLst>
        </pc:spChg>
        <pc:graphicFrameChg chg="add mod ord modVis">
          <ac:chgData name="坂本 慧" userId="5feb6440-eb45-4c09-902d-2ebbe8048c41" providerId="ADAL" clId="{56447402-45BC-42A8-B7DC-3903C332109E}" dt="2026-08-27T00:24:41.748" v="11383"/>
          <ac:graphicFrameMkLst>
            <pc:docMk/>
            <pc:sldMk cId="1132381862" sldId="2839"/>
            <ac:graphicFrameMk id="9" creationId="{C71BFCA5-B9EE-1315-25BF-5099298EFBD3}"/>
          </ac:graphicFrameMkLst>
        </pc:graphicFrameChg>
      </pc:sldChg>
      <pc:sldChg chg="addSp delSp modSp add mod">
        <pc:chgData name="坂本 慧" userId="5feb6440-eb45-4c09-902d-2ebbe8048c41" providerId="ADAL" clId="{56447402-45BC-42A8-B7DC-3903C332109E}" dt="2026-08-27T00:43:11.934" v="13149" actId="207"/>
        <pc:sldMkLst>
          <pc:docMk/>
          <pc:sldMk cId="3164332614" sldId="2840"/>
        </pc:sldMkLst>
        <pc:spChg chg="mod">
          <ac:chgData name="坂本 慧" userId="5feb6440-eb45-4c09-902d-2ebbe8048c41" providerId="ADAL" clId="{56447402-45BC-42A8-B7DC-3903C332109E}" dt="2026-08-26T23:18:31.058" v="9054"/>
          <ac:spMkLst>
            <pc:docMk/>
            <pc:sldMk cId="3164332614" sldId="2840"/>
            <ac:spMk id="10" creationId="{25E7F9A2-8A62-5847-8A8A-F6A32C62DBBD}"/>
          </ac:spMkLst>
        </pc:spChg>
        <pc:spChg chg="mod">
          <ac:chgData name="坂本 慧" userId="5feb6440-eb45-4c09-902d-2ebbe8048c41" providerId="ADAL" clId="{56447402-45BC-42A8-B7DC-3903C332109E}" dt="2026-08-26T23:18:31.058" v="9054"/>
          <ac:spMkLst>
            <pc:docMk/>
            <pc:sldMk cId="3164332614" sldId="2840"/>
            <ac:spMk id="11" creationId="{F6203406-1086-5A59-505F-9A9CAE388739}"/>
          </ac:spMkLst>
        </pc:spChg>
        <pc:spChg chg="mod">
          <ac:chgData name="坂本 慧" userId="5feb6440-eb45-4c09-902d-2ebbe8048c41" providerId="ADAL" clId="{56447402-45BC-42A8-B7DC-3903C332109E}" dt="2026-08-26T23:18:34.322" v="9068"/>
          <ac:spMkLst>
            <pc:docMk/>
            <pc:sldMk cId="3164332614" sldId="2840"/>
            <ac:spMk id="16" creationId="{879FF5CA-4746-A43F-1284-E451F295CBD5}"/>
          </ac:spMkLst>
        </pc:spChg>
        <pc:spChg chg="mod">
          <ac:chgData name="坂本 慧" userId="5feb6440-eb45-4c09-902d-2ebbe8048c41" providerId="ADAL" clId="{56447402-45BC-42A8-B7DC-3903C332109E}" dt="2026-08-26T23:18:34.322" v="9068"/>
          <ac:spMkLst>
            <pc:docMk/>
            <pc:sldMk cId="3164332614" sldId="2840"/>
            <ac:spMk id="17" creationId="{723C24F1-7378-981B-82FE-F8C98655A3F5}"/>
          </ac:spMkLst>
        </pc:spChg>
        <pc:spChg chg="mod">
          <ac:chgData name="坂本 慧" userId="5feb6440-eb45-4c09-902d-2ebbe8048c41" providerId="ADAL" clId="{56447402-45BC-42A8-B7DC-3903C332109E}" dt="2026-08-27T00:43:11.934" v="13149" actId="207"/>
          <ac:spMkLst>
            <pc:docMk/>
            <pc:sldMk cId="3164332614" sldId="2840"/>
            <ac:spMk id="19" creationId="{E8DAFAB4-9B49-EEBC-3644-A9CEC49DAE38}"/>
          </ac:spMkLst>
        </pc:spChg>
        <pc:spChg chg="mod">
          <ac:chgData name="坂本 慧" userId="5feb6440-eb45-4c09-902d-2ebbe8048c41" providerId="ADAL" clId="{56447402-45BC-42A8-B7DC-3903C332109E}" dt="2026-08-26T23:19:02.811" v="9079"/>
          <ac:spMkLst>
            <pc:docMk/>
            <pc:sldMk cId="3164332614" sldId="2840"/>
            <ac:spMk id="20" creationId="{2D35ED36-37E9-3942-8F2B-FE202CACE164}"/>
          </ac:spMkLst>
        </pc:spChg>
        <pc:spChg chg="mod">
          <ac:chgData name="坂本 慧" userId="5feb6440-eb45-4c09-902d-2ebbe8048c41" providerId="ADAL" clId="{56447402-45BC-42A8-B7DC-3903C332109E}" dt="2026-08-26T23:19:09.204" v="9082"/>
          <ac:spMkLst>
            <pc:docMk/>
            <pc:sldMk cId="3164332614" sldId="2840"/>
            <ac:spMk id="22" creationId="{1374F1F9-ED90-C844-1DE9-B3A0FA41F574}"/>
          </ac:spMkLst>
        </pc:spChg>
        <pc:spChg chg="mod">
          <ac:chgData name="坂本 慧" userId="5feb6440-eb45-4c09-902d-2ebbe8048c41" providerId="ADAL" clId="{56447402-45BC-42A8-B7DC-3903C332109E}" dt="2026-08-26T23:19:09.204" v="9082"/>
          <ac:spMkLst>
            <pc:docMk/>
            <pc:sldMk cId="3164332614" sldId="2840"/>
            <ac:spMk id="23" creationId="{4EAA19AF-F999-6D12-1641-0A7723898D5A}"/>
          </ac:spMkLst>
        </pc:spChg>
        <pc:spChg chg="mod">
          <ac:chgData name="坂本 慧" userId="5feb6440-eb45-4c09-902d-2ebbe8048c41" providerId="ADAL" clId="{56447402-45BC-42A8-B7DC-3903C332109E}" dt="2026-08-26T23:19:10.263" v="9089"/>
          <ac:spMkLst>
            <pc:docMk/>
            <pc:sldMk cId="3164332614" sldId="2840"/>
            <ac:spMk id="25" creationId="{3D06FAB2-5688-4D37-18CE-4BC61852337D}"/>
          </ac:spMkLst>
        </pc:spChg>
        <pc:spChg chg="mod">
          <ac:chgData name="坂本 慧" userId="5feb6440-eb45-4c09-902d-2ebbe8048c41" providerId="ADAL" clId="{56447402-45BC-42A8-B7DC-3903C332109E}" dt="2026-08-26T23:19:10.263" v="9089"/>
          <ac:spMkLst>
            <pc:docMk/>
            <pc:sldMk cId="3164332614" sldId="2840"/>
            <ac:spMk id="27" creationId="{5D04F480-B878-7BB6-9538-077C1D6AFE49}"/>
          </ac:spMkLst>
        </pc:spChg>
        <pc:spChg chg="mod">
          <ac:chgData name="坂本 慧" userId="5feb6440-eb45-4c09-902d-2ebbe8048c41" providerId="ADAL" clId="{56447402-45BC-42A8-B7DC-3903C332109E}" dt="2026-08-26T23:19:10.263" v="9089"/>
          <ac:spMkLst>
            <pc:docMk/>
            <pc:sldMk cId="3164332614" sldId="2840"/>
            <ac:spMk id="28" creationId="{109C453F-6788-B26E-E9A9-96DF604E2621}"/>
          </ac:spMkLst>
        </pc:spChg>
        <pc:spChg chg="mod">
          <ac:chgData name="坂本 慧" userId="5feb6440-eb45-4c09-902d-2ebbe8048c41" providerId="ADAL" clId="{56447402-45BC-42A8-B7DC-3903C332109E}" dt="2026-08-26T23:19:10.263" v="9089"/>
          <ac:spMkLst>
            <pc:docMk/>
            <pc:sldMk cId="3164332614" sldId="2840"/>
            <ac:spMk id="29" creationId="{5E03669D-4856-F062-6916-D62A5E42A200}"/>
          </ac:spMkLst>
        </pc:spChg>
        <pc:spChg chg="mod">
          <ac:chgData name="坂本 慧" userId="5feb6440-eb45-4c09-902d-2ebbe8048c41" providerId="ADAL" clId="{56447402-45BC-42A8-B7DC-3903C332109E}" dt="2026-08-26T23:19:11.362" v="9096"/>
          <ac:spMkLst>
            <pc:docMk/>
            <pc:sldMk cId="3164332614" sldId="2840"/>
            <ac:spMk id="31" creationId="{8C4A0577-A87A-2A18-80B5-6602333D3DA3}"/>
          </ac:spMkLst>
        </pc:spChg>
        <pc:spChg chg="mod">
          <ac:chgData name="坂本 慧" userId="5feb6440-eb45-4c09-902d-2ebbe8048c41" providerId="ADAL" clId="{56447402-45BC-42A8-B7DC-3903C332109E}" dt="2026-08-26T23:19:11.362" v="9096"/>
          <ac:spMkLst>
            <pc:docMk/>
            <pc:sldMk cId="3164332614" sldId="2840"/>
            <ac:spMk id="33" creationId="{E6008CC5-55E6-9A2B-7E02-E92C3F763EBF}"/>
          </ac:spMkLst>
        </pc:spChg>
        <pc:spChg chg="mod">
          <ac:chgData name="坂本 慧" userId="5feb6440-eb45-4c09-902d-2ebbe8048c41" providerId="ADAL" clId="{56447402-45BC-42A8-B7DC-3903C332109E}" dt="2026-08-26T23:19:11.362" v="9096"/>
          <ac:spMkLst>
            <pc:docMk/>
            <pc:sldMk cId="3164332614" sldId="2840"/>
            <ac:spMk id="34" creationId="{B8D68EDE-2520-DB93-9F9E-C49F6C878299}"/>
          </ac:spMkLst>
        </pc:spChg>
        <pc:spChg chg="mod">
          <ac:chgData name="坂本 慧" userId="5feb6440-eb45-4c09-902d-2ebbe8048c41" providerId="ADAL" clId="{56447402-45BC-42A8-B7DC-3903C332109E}" dt="2026-08-26T23:19:13.489" v="9103"/>
          <ac:spMkLst>
            <pc:docMk/>
            <pc:sldMk cId="3164332614" sldId="2840"/>
            <ac:spMk id="36" creationId="{90397431-390F-4342-EAA7-0BC598A35FBC}"/>
          </ac:spMkLst>
        </pc:spChg>
        <pc:spChg chg="mod">
          <ac:chgData name="坂本 慧" userId="5feb6440-eb45-4c09-902d-2ebbe8048c41" providerId="ADAL" clId="{56447402-45BC-42A8-B7DC-3903C332109E}" dt="2026-08-26T23:19:13.489" v="9103"/>
          <ac:spMkLst>
            <pc:docMk/>
            <pc:sldMk cId="3164332614" sldId="2840"/>
            <ac:spMk id="38" creationId="{4C74D3C8-E932-3510-27F6-ADE621ADE107}"/>
          </ac:spMkLst>
        </pc:spChg>
        <pc:spChg chg="mod">
          <ac:chgData name="坂本 慧" userId="5feb6440-eb45-4c09-902d-2ebbe8048c41" providerId="ADAL" clId="{56447402-45BC-42A8-B7DC-3903C332109E}" dt="2026-08-26T23:19:13.489" v="9103"/>
          <ac:spMkLst>
            <pc:docMk/>
            <pc:sldMk cId="3164332614" sldId="2840"/>
            <ac:spMk id="39" creationId="{17633A2E-4E18-5CA6-E7FA-28444AA54EAA}"/>
          </ac:spMkLst>
        </pc:spChg>
        <pc:spChg chg="mod">
          <ac:chgData name="坂本 慧" userId="5feb6440-eb45-4c09-902d-2ebbe8048c41" providerId="ADAL" clId="{56447402-45BC-42A8-B7DC-3903C332109E}" dt="2026-08-26T23:19:13.489" v="9103"/>
          <ac:spMkLst>
            <pc:docMk/>
            <pc:sldMk cId="3164332614" sldId="2840"/>
            <ac:spMk id="40" creationId="{99AA77C4-AF3A-E6DD-4103-CE48FE1436FC}"/>
          </ac:spMkLst>
        </pc:spChg>
        <pc:spChg chg="mod">
          <ac:chgData name="坂本 慧" userId="5feb6440-eb45-4c09-902d-2ebbe8048c41" providerId="ADAL" clId="{56447402-45BC-42A8-B7DC-3903C332109E}" dt="2026-08-26T23:19:20.755" v="9110"/>
          <ac:spMkLst>
            <pc:docMk/>
            <pc:sldMk cId="3164332614" sldId="2840"/>
            <ac:spMk id="42" creationId="{64245017-AD25-EB53-D0FF-B3EAB80354C8}"/>
          </ac:spMkLst>
        </pc:spChg>
        <pc:spChg chg="mod">
          <ac:chgData name="坂本 慧" userId="5feb6440-eb45-4c09-902d-2ebbe8048c41" providerId="ADAL" clId="{56447402-45BC-42A8-B7DC-3903C332109E}" dt="2026-08-26T23:19:20.755" v="9110"/>
          <ac:spMkLst>
            <pc:docMk/>
            <pc:sldMk cId="3164332614" sldId="2840"/>
            <ac:spMk id="43" creationId="{2AA564A5-180A-B29F-1773-17B43B4271F9}"/>
          </ac:spMkLst>
        </pc:spChg>
        <pc:spChg chg="mod">
          <ac:chgData name="坂本 慧" userId="5feb6440-eb45-4c09-902d-2ebbe8048c41" providerId="ADAL" clId="{56447402-45BC-42A8-B7DC-3903C332109E}" dt="2026-08-26T23:19:21.578" v="9117"/>
          <ac:spMkLst>
            <pc:docMk/>
            <pc:sldMk cId="3164332614" sldId="2840"/>
            <ac:spMk id="45" creationId="{FA41CA91-8807-8AFA-BA6F-1AA41934DEC3}"/>
          </ac:spMkLst>
        </pc:spChg>
        <pc:spChg chg="mod">
          <ac:chgData name="坂本 慧" userId="5feb6440-eb45-4c09-902d-2ebbe8048c41" providerId="ADAL" clId="{56447402-45BC-42A8-B7DC-3903C332109E}" dt="2026-08-26T23:19:21.578" v="9117"/>
          <ac:spMkLst>
            <pc:docMk/>
            <pc:sldMk cId="3164332614" sldId="2840"/>
            <ac:spMk id="46" creationId="{9C56866B-4AFA-813A-977A-2C54911B1520}"/>
          </ac:spMkLst>
        </pc:spChg>
        <pc:spChg chg="add mod">
          <ac:chgData name="坂本 慧" userId="5feb6440-eb45-4c09-902d-2ebbe8048c41" providerId="ADAL" clId="{56447402-45BC-42A8-B7DC-3903C332109E}" dt="2026-08-26T23:26:56.843" v="9266" actId="1037"/>
          <ac:spMkLst>
            <pc:docMk/>
            <pc:sldMk cId="3164332614" sldId="2840"/>
            <ac:spMk id="56" creationId="{306B1196-DFCB-7698-73DB-995839201E96}"/>
          </ac:spMkLst>
        </pc:spChg>
        <pc:spChg chg="add mod">
          <ac:chgData name="坂本 慧" userId="5feb6440-eb45-4c09-902d-2ebbe8048c41" providerId="ADAL" clId="{56447402-45BC-42A8-B7DC-3903C332109E}" dt="2026-08-26T23:27:09.114" v="9268"/>
          <ac:spMkLst>
            <pc:docMk/>
            <pc:sldMk cId="3164332614" sldId="2840"/>
            <ac:spMk id="91" creationId="{00000000-0000-0000-0000-000000000000}"/>
          </ac:spMkLst>
        </pc:spChg>
        <pc:spChg chg="add mod">
          <ac:chgData name="坂本 慧" userId="5feb6440-eb45-4c09-902d-2ebbe8048c41" providerId="ADAL" clId="{56447402-45BC-42A8-B7DC-3903C332109E}" dt="2026-08-26T23:27:09.114" v="9268"/>
          <ac:spMkLst>
            <pc:docMk/>
            <pc:sldMk cId="3164332614" sldId="2840"/>
            <ac:spMk id="92" creationId="{00000000-0000-0000-0000-000000000000}"/>
          </ac:spMkLst>
        </pc:spChg>
        <pc:spChg chg="add mod">
          <ac:chgData name="坂本 慧" userId="5feb6440-eb45-4c09-902d-2ebbe8048c41" providerId="ADAL" clId="{56447402-45BC-42A8-B7DC-3903C332109E}" dt="2026-08-26T23:28:49.535" v="9291" actId="1076"/>
          <ac:spMkLst>
            <pc:docMk/>
            <pc:sldMk cId="3164332614" sldId="2840"/>
            <ac:spMk id="93" creationId="{00000000-0000-0000-0000-000000000000}"/>
          </ac:spMkLst>
        </pc:spChg>
        <pc:spChg chg="add mod">
          <ac:chgData name="坂本 慧" userId="5feb6440-eb45-4c09-902d-2ebbe8048c41" providerId="ADAL" clId="{56447402-45BC-42A8-B7DC-3903C332109E}" dt="2026-08-26T23:27:09.114" v="9268"/>
          <ac:spMkLst>
            <pc:docMk/>
            <pc:sldMk cId="3164332614" sldId="2840"/>
            <ac:spMk id="97" creationId="{00000000-0000-0000-0000-000000000000}"/>
          </ac:spMkLst>
        </pc:spChg>
        <pc:spChg chg="add mod">
          <ac:chgData name="坂本 慧" userId="5feb6440-eb45-4c09-902d-2ebbe8048c41" providerId="ADAL" clId="{56447402-45BC-42A8-B7DC-3903C332109E}" dt="2026-08-26T23:27:09.114" v="9268"/>
          <ac:spMkLst>
            <pc:docMk/>
            <pc:sldMk cId="3164332614" sldId="2840"/>
            <ac:spMk id="98" creationId="{00000000-0000-0000-0000-000000000000}"/>
          </ac:spMkLst>
        </pc:spChg>
        <pc:spChg chg="add mod">
          <ac:chgData name="坂本 慧" userId="5feb6440-eb45-4c09-902d-2ebbe8048c41" providerId="ADAL" clId="{56447402-45BC-42A8-B7DC-3903C332109E}" dt="2026-08-26T23:27:09.114" v="9268"/>
          <ac:spMkLst>
            <pc:docMk/>
            <pc:sldMk cId="3164332614" sldId="2840"/>
            <ac:spMk id="100" creationId="{00000000-0000-0000-0000-000000000000}"/>
          </ac:spMkLst>
        </pc:spChg>
        <pc:spChg chg="mod">
          <ac:chgData name="坂本 慧" userId="5feb6440-eb45-4c09-902d-2ebbe8048c41" providerId="ADAL" clId="{56447402-45BC-42A8-B7DC-3903C332109E}" dt="2026-08-26T23:27:09.114" v="9268"/>
          <ac:spMkLst>
            <pc:docMk/>
            <pc:sldMk cId="3164332614" sldId="2840"/>
            <ac:spMk id="102" creationId="{00000000-0000-0000-0000-000000000000}"/>
          </ac:spMkLst>
        </pc:spChg>
        <pc:spChg chg="add mod">
          <ac:chgData name="坂本 慧" userId="5feb6440-eb45-4c09-902d-2ebbe8048c41" providerId="ADAL" clId="{56447402-45BC-42A8-B7DC-3903C332109E}" dt="2026-08-26T23:27:09.114" v="9268"/>
          <ac:spMkLst>
            <pc:docMk/>
            <pc:sldMk cId="3164332614" sldId="2840"/>
            <ac:spMk id="104" creationId="{00000000-0000-0000-0000-000000000000}"/>
          </ac:spMkLst>
        </pc:spChg>
        <pc:spChg chg="mod">
          <ac:chgData name="坂本 慧" userId="5feb6440-eb45-4c09-902d-2ebbe8048c41" providerId="ADAL" clId="{56447402-45BC-42A8-B7DC-3903C332109E}" dt="2026-08-26T23:27:09.114" v="9268"/>
          <ac:spMkLst>
            <pc:docMk/>
            <pc:sldMk cId="3164332614" sldId="2840"/>
            <ac:spMk id="109" creationId="{9A5AEE61-3670-42BF-9A35-3A3AAAEB5118}"/>
          </ac:spMkLst>
        </pc:spChg>
        <pc:spChg chg="add mod">
          <ac:chgData name="坂本 慧" userId="5feb6440-eb45-4c09-902d-2ebbe8048c41" providerId="ADAL" clId="{56447402-45BC-42A8-B7DC-3903C332109E}" dt="2026-08-26T23:27:09.114" v="9268"/>
          <ac:spMkLst>
            <pc:docMk/>
            <pc:sldMk cId="3164332614" sldId="2840"/>
            <ac:spMk id="111" creationId="{34F76C76-38B2-4F27-998F-AA66C83CA650}"/>
          </ac:spMkLst>
        </pc:spChg>
        <pc:spChg chg="mod">
          <ac:chgData name="坂本 慧" userId="5feb6440-eb45-4c09-902d-2ebbe8048c41" providerId="ADAL" clId="{56447402-45BC-42A8-B7DC-3903C332109E}" dt="2026-08-26T23:27:18.523" v="9271"/>
          <ac:spMkLst>
            <pc:docMk/>
            <pc:sldMk cId="3164332614" sldId="2840"/>
            <ac:spMk id="125" creationId="{E1BD610C-01D8-7826-521A-DC90EE7F8151}"/>
          </ac:spMkLst>
        </pc:spChg>
        <pc:spChg chg="mod">
          <ac:chgData name="坂本 慧" userId="5feb6440-eb45-4c09-902d-2ebbe8048c41" providerId="ADAL" clId="{56447402-45BC-42A8-B7DC-3903C332109E}" dt="2026-08-26T23:27:18.523" v="9271"/>
          <ac:spMkLst>
            <pc:docMk/>
            <pc:sldMk cId="3164332614" sldId="2840"/>
            <ac:spMk id="126" creationId="{499465EF-C70B-E3B7-98CF-E9D0A46447EA}"/>
          </ac:spMkLst>
        </pc:spChg>
        <pc:spChg chg="mod">
          <ac:chgData name="坂本 慧" userId="5feb6440-eb45-4c09-902d-2ebbe8048c41" providerId="ADAL" clId="{56447402-45BC-42A8-B7DC-3903C332109E}" dt="2026-08-26T23:27:18.523" v="9271"/>
          <ac:spMkLst>
            <pc:docMk/>
            <pc:sldMk cId="3164332614" sldId="2840"/>
            <ac:spMk id="128" creationId="{DF5CDCEA-1E63-CE9E-B54B-AD1B6EE826FF}"/>
          </ac:spMkLst>
        </pc:spChg>
        <pc:spChg chg="mod">
          <ac:chgData name="坂本 慧" userId="5feb6440-eb45-4c09-902d-2ebbe8048c41" providerId="ADAL" clId="{56447402-45BC-42A8-B7DC-3903C332109E}" dt="2026-08-26T23:27:18.523" v="9271"/>
          <ac:spMkLst>
            <pc:docMk/>
            <pc:sldMk cId="3164332614" sldId="2840"/>
            <ac:spMk id="129" creationId="{D90DD15C-94FD-BC15-5C5C-7F5E63FF725A}"/>
          </ac:spMkLst>
        </pc:spChg>
        <pc:spChg chg="mod">
          <ac:chgData name="坂本 慧" userId="5feb6440-eb45-4c09-902d-2ebbe8048c41" providerId="ADAL" clId="{56447402-45BC-42A8-B7DC-3903C332109E}" dt="2026-08-26T23:27:18.523" v="9271"/>
          <ac:spMkLst>
            <pc:docMk/>
            <pc:sldMk cId="3164332614" sldId="2840"/>
            <ac:spMk id="130" creationId="{E80A716A-FAB7-384C-58B4-CD027416957F}"/>
          </ac:spMkLst>
        </pc:spChg>
        <pc:spChg chg="mod">
          <ac:chgData name="坂本 慧" userId="5feb6440-eb45-4c09-902d-2ebbe8048c41" providerId="ADAL" clId="{56447402-45BC-42A8-B7DC-3903C332109E}" dt="2026-08-26T23:27:18.523" v="9271"/>
          <ac:spMkLst>
            <pc:docMk/>
            <pc:sldMk cId="3164332614" sldId="2840"/>
            <ac:spMk id="132" creationId="{FC51AC95-099F-08CB-0E70-EC58293C9BB8}"/>
          </ac:spMkLst>
        </pc:spChg>
        <pc:spChg chg="mod">
          <ac:chgData name="坂本 慧" userId="5feb6440-eb45-4c09-902d-2ebbe8048c41" providerId="ADAL" clId="{56447402-45BC-42A8-B7DC-3903C332109E}" dt="2026-08-26T23:27:18.523" v="9271"/>
          <ac:spMkLst>
            <pc:docMk/>
            <pc:sldMk cId="3164332614" sldId="2840"/>
            <ac:spMk id="134" creationId="{5D32062F-4382-514D-3219-7CD3AEDD9D31}"/>
          </ac:spMkLst>
        </pc:spChg>
        <pc:spChg chg="mod">
          <ac:chgData name="坂本 慧" userId="5feb6440-eb45-4c09-902d-2ebbe8048c41" providerId="ADAL" clId="{56447402-45BC-42A8-B7DC-3903C332109E}" dt="2026-08-26T23:27:18.523" v="9271"/>
          <ac:spMkLst>
            <pc:docMk/>
            <pc:sldMk cId="3164332614" sldId="2840"/>
            <ac:spMk id="135" creationId="{A6CD2467-BFF7-02D5-EC61-8C8034667798}"/>
          </ac:spMkLst>
        </pc:spChg>
        <pc:spChg chg="mod">
          <ac:chgData name="坂本 慧" userId="5feb6440-eb45-4c09-902d-2ebbe8048c41" providerId="ADAL" clId="{56447402-45BC-42A8-B7DC-3903C332109E}" dt="2026-08-26T23:27:18.523" v="9271"/>
          <ac:spMkLst>
            <pc:docMk/>
            <pc:sldMk cId="3164332614" sldId="2840"/>
            <ac:spMk id="138" creationId="{235E2975-CA05-071D-05E8-B5F3397F175C}"/>
          </ac:spMkLst>
        </pc:spChg>
        <pc:spChg chg="mod">
          <ac:chgData name="坂本 慧" userId="5feb6440-eb45-4c09-902d-2ebbe8048c41" providerId="ADAL" clId="{56447402-45BC-42A8-B7DC-3903C332109E}" dt="2026-08-26T23:27:32.912" v="9275"/>
          <ac:spMkLst>
            <pc:docMk/>
            <pc:sldMk cId="3164332614" sldId="2840"/>
            <ac:spMk id="142" creationId="{58880262-A000-44AC-8EBE-A8D05963097B}"/>
          </ac:spMkLst>
        </pc:spChg>
        <pc:spChg chg="mod">
          <ac:chgData name="坂本 慧" userId="5feb6440-eb45-4c09-902d-2ebbe8048c41" providerId="ADAL" clId="{56447402-45BC-42A8-B7DC-3903C332109E}" dt="2026-08-26T23:27:32.912" v="9275"/>
          <ac:spMkLst>
            <pc:docMk/>
            <pc:sldMk cId="3164332614" sldId="2840"/>
            <ac:spMk id="144" creationId="{FDA4A7D1-8C29-4F11-BDC4-BDE50B3D5DAD}"/>
          </ac:spMkLst>
        </pc:spChg>
        <pc:spChg chg="mod">
          <ac:chgData name="坂本 慧" userId="5feb6440-eb45-4c09-902d-2ebbe8048c41" providerId="ADAL" clId="{56447402-45BC-42A8-B7DC-3903C332109E}" dt="2026-08-26T23:27:32.912" v="9275"/>
          <ac:spMkLst>
            <pc:docMk/>
            <pc:sldMk cId="3164332614" sldId="2840"/>
            <ac:spMk id="145" creationId="{AD0486A8-0B53-4CA8-AA57-50C90DA87249}"/>
          </ac:spMkLst>
        </pc:spChg>
        <pc:spChg chg="mod">
          <ac:chgData name="坂本 慧" userId="5feb6440-eb45-4c09-902d-2ebbe8048c41" providerId="ADAL" clId="{56447402-45BC-42A8-B7DC-3903C332109E}" dt="2026-08-26T23:27:32.912" v="9275"/>
          <ac:spMkLst>
            <pc:docMk/>
            <pc:sldMk cId="3164332614" sldId="2840"/>
            <ac:spMk id="147" creationId="{26BE2B10-76A9-4FF5-8F61-79026B47AF82}"/>
          </ac:spMkLst>
        </pc:spChg>
        <pc:spChg chg="mod">
          <ac:chgData name="坂本 慧" userId="5feb6440-eb45-4c09-902d-2ebbe8048c41" providerId="ADAL" clId="{56447402-45BC-42A8-B7DC-3903C332109E}" dt="2026-08-26T23:27:32.912" v="9275"/>
          <ac:spMkLst>
            <pc:docMk/>
            <pc:sldMk cId="3164332614" sldId="2840"/>
            <ac:spMk id="148" creationId="{77C1FF6D-6525-4D4A-B07A-6685EBD7B14F}"/>
          </ac:spMkLst>
        </pc:spChg>
        <pc:spChg chg="mod">
          <ac:chgData name="坂本 慧" userId="5feb6440-eb45-4c09-902d-2ebbe8048c41" providerId="ADAL" clId="{56447402-45BC-42A8-B7DC-3903C332109E}" dt="2026-08-26T23:27:32.912" v="9275"/>
          <ac:spMkLst>
            <pc:docMk/>
            <pc:sldMk cId="3164332614" sldId="2840"/>
            <ac:spMk id="154" creationId="{B511AABD-67C2-40C5-B6DB-176380E59E9D}"/>
          </ac:spMkLst>
        </pc:spChg>
        <pc:spChg chg="mod">
          <ac:chgData name="坂本 慧" userId="5feb6440-eb45-4c09-902d-2ebbe8048c41" providerId="ADAL" clId="{56447402-45BC-42A8-B7DC-3903C332109E}" dt="2026-08-26T23:27:32.912" v="9275"/>
          <ac:spMkLst>
            <pc:docMk/>
            <pc:sldMk cId="3164332614" sldId="2840"/>
            <ac:spMk id="156" creationId="{5A0F0AD5-790F-4F7E-A7CE-C859943AAC96}"/>
          </ac:spMkLst>
        </pc:spChg>
        <pc:spChg chg="mod">
          <ac:chgData name="坂本 慧" userId="5feb6440-eb45-4c09-902d-2ebbe8048c41" providerId="ADAL" clId="{56447402-45BC-42A8-B7DC-3903C332109E}" dt="2026-08-26T23:27:32.912" v="9275"/>
          <ac:spMkLst>
            <pc:docMk/>
            <pc:sldMk cId="3164332614" sldId="2840"/>
            <ac:spMk id="159" creationId="{A07A98B2-CADD-4BE1-B278-4B865BD76CF5}"/>
          </ac:spMkLst>
        </pc:spChg>
        <pc:spChg chg="mod">
          <ac:chgData name="坂本 慧" userId="5feb6440-eb45-4c09-902d-2ebbe8048c41" providerId="ADAL" clId="{56447402-45BC-42A8-B7DC-3903C332109E}" dt="2026-08-26T23:27:32.912" v="9275"/>
          <ac:spMkLst>
            <pc:docMk/>
            <pc:sldMk cId="3164332614" sldId="2840"/>
            <ac:spMk id="160" creationId="{2182E0B7-C686-409A-A120-04330E760E41}"/>
          </ac:spMkLst>
        </pc:spChg>
        <pc:spChg chg="mod">
          <ac:chgData name="坂本 慧" userId="5feb6440-eb45-4c09-902d-2ebbe8048c41" providerId="ADAL" clId="{56447402-45BC-42A8-B7DC-3903C332109E}" dt="2026-08-26T23:27:32.912" v="9275"/>
          <ac:spMkLst>
            <pc:docMk/>
            <pc:sldMk cId="3164332614" sldId="2840"/>
            <ac:spMk id="162" creationId="{988EE1B5-31E4-4711-9439-3D7527E3CE4F}"/>
          </ac:spMkLst>
        </pc:spChg>
        <pc:spChg chg="mod">
          <ac:chgData name="坂本 慧" userId="5feb6440-eb45-4c09-902d-2ebbe8048c41" providerId="ADAL" clId="{56447402-45BC-42A8-B7DC-3903C332109E}" dt="2026-08-26T23:28:54.497" v="9313" actId="1036"/>
          <ac:spMkLst>
            <pc:docMk/>
            <pc:sldMk cId="3164332614" sldId="2840"/>
            <ac:spMk id="168" creationId="{581C4E00-60C8-455A-85AE-42745733D36D}"/>
          </ac:spMkLst>
        </pc:spChg>
        <pc:spChg chg="mod">
          <ac:chgData name="坂本 慧" userId="5feb6440-eb45-4c09-902d-2ebbe8048c41" providerId="ADAL" clId="{56447402-45BC-42A8-B7DC-3903C332109E}" dt="2026-08-26T23:28:54.497" v="9313" actId="1036"/>
          <ac:spMkLst>
            <pc:docMk/>
            <pc:sldMk cId="3164332614" sldId="2840"/>
            <ac:spMk id="171" creationId="{3DD23220-B685-43A1-936F-BDBCE5419DC3}"/>
          </ac:spMkLst>
        </pc:spChg>
        <pc:spChg chg="mod">
          <ac:chgData name="坂本 慧" userId="5feb6440-eb45-4c09-902d-2ebbe8048c41" providerId="ADAL" clId="{56447402-45BC-42A8-B7DC-3903C332109E}" dt="2026-08-26T23:28:54.497" v="9313" actId="1036"/>
          <ac:spMkLst>
            <pc:docMk/>
            <pc:sldMk cId="3164332614" sldId="2840"/>
            <ac:spMk id="177" creationId="{664F0CEE-8DC7-4209-A26D-8DB15BE141CD}"/>
          </ac:spMkLst>
        </pc:spChg>
        <pc:spChg chg="mod">
          <ac:chgData name="坂本 慧" userId="5feb6440-eb45-4c09-902d-2ebbe8048c41" providerId="ADAL" clId="{56447402-45BC-42A8-B7DC-3903C332109E}" dt="2026-08-26T23:28:54.497" v="9313" actId="1036"/>
          <ac:spMkLst>
            <pc:docMk/>
            <pc:sldMk cId="3164332614" sldId="2840"/>
            <ac:spMk id="180" creationId="{177D70F0-0CAC-4EBB-9F0C-54C9CFB44C42}"/>
          </ac:spMkLst>
        </pc:spChg>
        <pc:spChg chg="mod">
          <ac:chgData name="坂本 慧" userId="5feb6440-eb45-4c09-902d-2ebbe8048c41" providerId="ADAL" clId="{56447402-45BC-42A8-B7DC-3903C332109E}" dt="2026-08-26T23:28:54.497" v="9313" actId="1036"/>
          <ac:spMkLst>
            <pc:docMk/>
            <pc:sldMk cId="3164332614" sldId="2840"/>
            <ac:spMk id="194" creationId="{CB5D88A5-7D31-4CC9-B659-C88D895A04F1}"/>
          </ac:spMkLst>
        </pc:spChg>
        <pc:spChg chg="mod">
          <ac:chgData name="坂本 慧" userId="5feb6440-eb45-4c09-902d-2ebbe8048c41" providerId="ADAL" clId="{56447402-45BC-42A8-B7DC-3903C332109E}" dt="2026-08-26T23:28:54.497" v="9313" actId="1036"/>
          <ac:spMkLst>
            <pc:docMk/>
            <pc:sldMk cId="3164332614" sldId="2840"/>
            <ac:spMk id="195" creationId="{F90303D6-DD57-4827-BDAC-369D1DE20505}"/>
          </ac:spMkLst>
        </pc:spChg>
        <pc:spChg chg="mod">
          <ac:chgData name="坂本 慧" userId="5feb6440-eb45-4c09-902d-2ebbe8048c41" providerId="ADAL" clId="{56447402-45BC-42A8-B7DC-3903C332109E}" dt="2026-08-26T23:28:54.497" v="9313" actId="1036"/>
          <ac:spMkLst>
            <pc:docMk/>
            <pc:sldMk cId="3164332614" sldId="2840"/>
            <ac:spMk id="199" creationId="{07CCC729-9391-47F9-8EA1-E91DB0EEA76B}"/>
          </ac:spMkLst>
        </pc:spChg>
        <pc:spChg chg="mod">
          <ac:chgData name="坂本 慧" userId="5feb6440-eb45-4c09-902d-2ebbe8048c41" providerId="ADAL" clId="{56447402-45BC-42A8-B7DC-3903C332109E}" dt="2026-08-26T23:28:54.497" v="9313" actId="1036"/>
          <ac:spMkLst>
            <pc:docMk/>
            <pc:sldMk cId="3164332614" sldId="2840"/>
            <ac:spMk id="210" creationId="{16C1A7C6-0D97-45BD-BF2A-F95463FAF030}"/>
          </ac:spMkLst>
        </pc:spChg>
        <pc:spChg chg="mod">
          <ac:chgData name="坂本 慧" userId="5feb6440-eb45-4c09-902d-2ebbe8048c41" providerId="ADAL" clId="{56447402-45BC-42A8-B7DC-3903C332109E}" dt="2026-08-26T23:28:54.497" v="9313" actId="1036"/>
          <ac:spMkLst>
            <pc:docMk/>
            <pc:sldMk cId="3164332614" sldId="2840"/>
            <ac:spMk id="220" creationId="{21BBFF78-E7A6-4061-ACC0-79DF388B46E3}"/>
          </ac:spMkLst>
        </pc:spChg>
        <pc:spChg chg="mod">
          <ac:chgData name="坂本 慧" userId="5feb6440-eb45-4c09-902d-2ebbe8048c41" providerId="ADAL" clId="{56447402-45BC-42A8-B7DC-3903C332109E}" dt="2026-08-26T23:28:54.497" v="9313" actId="1036"/>
          <ac:spMkLst>
            <pc:docMk/>
            <pc:sldMk cId="3164332614" sldId="2840"/>
            <ac:spMk id="221" creationId="{2A5E65AF-42F6-4CBC-AB4C-932F055D30FA}"/>
          </ac:spMkLst>
        </pc:spChg>
        <pc:spChg chg="mod">
          <ac:chgData name="坂本 慧" userId="5feb6440-eb45-4c09-902d-2ebbe8048c41" providerId="ADAL" clId="{56447402-45BC-42A8-B7DC-3903C332109E}" dt="2026-08-27T00:42:55.388" v="13148" actId="208"/>
          <ac:spMkLst>
            <pc:docMk/>
            <pc:sldMk cId="3164332614" sldId="2840"/>
            <ac:spMk id="230" creationId="{4CCDD254-2079-FE24-E576-BDB8DC04FB72}"/>
          </ac:spMkLst>
        </pc:spChg>
        <pc:grpChg chg="add mod">
          <ac:chgData name="坂本 慧" userId="5feb6440-eb45-4c09-902d-2ebbe8048c41" providerId="ADAL" clId="{56447402-45BC-42A8-B7DC-3903C332109E}" dt="2026-08-26T23:26:51.151" v="9264" actId="408"/>
          <ac:grpSpMkLst>
            <pc:docMk/>
            <pc:sldMk cId="3164332614" sldId="2840"/>
            <ac:grpSpMk id="9" creationId="{0D6B1B18-5F32-E5FF-253B-E16395C32612}"/>
          </ac:grpSpMkLst>
        </pc:grpChg>
        <pc:grpChg chg="add mod">
          <ac:chgData name="坂本 慧" userId="5feb6440-eb45-4c09-902d-2ebbe8048c41" providerId="ADAL" clId="{56447402-45BC-42A8-B7DC-3903C332109E}" dt="2026-08-26T23:26:51.151" v="9264" actId="408"/>
          <ac:grpSpMkLst>
            <pc:docMk/>
            <pc:sldMk cId="3164332614" sldId="2840"/>
            <ac:grpSpMk id="15" creationId="{2D7118EC-A69D-1CA2-1548-903484105C37}"/>
          </ac:grpSpMkLst>
        </pc:grpChg>
        <pc:grpChg chg="add mod">
          <ac:chgData name="坂本 慧" userId="5feb6440-eb45-4c09-902d-2ebbe8048c41" providerId="ADAL" clId="{56447402-45BC-42A8-B7DC-3903C332109E}" dt="2026-08-26T23:26:49.382" v="9263" actId="12789"/>
          <ac:grpSpMkLst>
            <pc:docMk/>
            <pc:sldMk cId="3164332614" sldId="2840"/>
            <ac:grpSpMk id="18" creationId="{72D5CB4D-3F08-2BD7-07F5-4173267D7056}"/>
          </ac:grpSpMkLst>
        </pc:grpChg>
        <pc:grpChg chg="add mod">
          <ac:chgData name="坂本 慧" userId="5feb6440-eb45-4c09-902d-2ebbe8048c41" providerId="ADAL" clId="{56447402-45BC-42A8-B7DC-3903C332109E}" dt="2026-08-26T23:26:51.151" v="9264" actId="408"/>
          <ac:grpSpMkLst>
            <pc:docMk/>
            <pc:sldMk cId="3164332614" sldId="2840"/>
            <ac:grpSpMk id="21" creationId="{2E017107-1682-EB32-3C8B-60851C35FABD}"/>
          </ac:grpSpMkLst>
        </pc:grpChg>
        <pc:grpChg chg="add mod">
          <ac:chgData name="坂本 慧" userId="5feb6440-eb45-4c09-902d-2ebbe8048c41" providerId="ADAL" clId="{56447402-45BC-42A8-B7DC-3903C332109E}" dt="2026-08-26T23:26:51.151" v="9264" actId="408"/>
          <ac:grpSpMkLst>
            <pc:docMk/>
            <pc:sldMk cId="3164332614" sldId="2840"/>
            <ac:grpSpMk id="24" creationId="{32F76C69-908D-A7F1-1FA4-B19C9D3E850D}"/>
          </ac:grpSpMkLst>
        </pc:grpChg>
        <pc:grpChg chg="mod">
          <ac:chgData name="坂本 慧" userId="5feb6440-eb45-4c09-902d-2ebbe8048c41" providerId="ADAL" clId="{56447402-45BC-42A8-B7DC-3903C332109E}" dt="2026-08-26T23:19:10.263" v="9089"/>
          <ac:grpSpMkLst>
            <pc:docMk/>
            <pc:sldMk cId="3164332614" sldId="2840"/>
            <ac:grpSpMk id="26" creationId="{186FB785-EED6-4219-0CA4-ABE79F183A3A}"/>
          </ac:grpSpMkLst>
        </pc:grpChg>
        <pc:grpChg chg="add mod">
          <ac:chgData name="坂本 慧" userId="5feb6440-eb45-4c09-902d-2ebbe8048c41" providerId="ADAL" clId="{56447402-45BC-42A8-B7DC-3903C332109E}" dt="2026-08-26T23:26:51.151" v="9264" actId="408"/>
          <ac:grpSpMkLst>
            <pc:docMk/>
            <pc:sldMk cId="3164332614" sldId="2840"/>
            <ac:grpSpMk id="30" creationId="{AB748BE2-E3BB-A109-611B-71B2ABAFEA86}"/>
          </ac:grpSpMkLst>
        </pc:grpChg>
        <pc:grpChg chg="mod">
          <ac:chgData name="坂本 慧" userId="5feb6440-eb45-4c09-902d-2ebbe8048c41" providerId="ADAL" clId="{56447402-45BC-42A8-B7DC-3903C332109E}" dt="2026-08-26T23:19:11.362" v="9096"/>
          <ac:grpSpMkLst>
            <pc:docMk/>
            <pc:sldMk cId="3164332614" sldId="2840"/>
            <ac:grpSpMk id="32" creationId="{53DC8842-C943-4131-8DE6-B5ABD490E5B4}"/>
          </ac:grpSpMkLst>
        </pc:grpChg>
        <pc:grpChg chg="add mod">
          <ac:chgData name="坂本 慧" userId="5feb6440-eb45-4c09-902d-2ebbe8048c41" providerId="ADAL" clId="{56447402-45BC-42A8-B7DC-3903C332109E}" dt="2026-08-26T23:26:51.151" v="9264" actId="408"/>
          <ac:grpSpMkLst>
            <pc:docMk/>
            <pc:sldMk cId="3164332614" sldId="2840"/>
            <ac:grpSpMk id="35" creationId="{F1112552-6767-4315-DE0D-EF812119ADC3}"/>
          </ac:grpSpMkLst>
        </pc:grpChg>
        <pc:grpChg chg="mod">
          <ac:chgData name="坂本 慧" userId="5feb6440-eb45-4c09-902d-2ebbe8048c41" providerId="ADAL" clId="{56447402-45BC-42A8-B7DC-3903C332109E}" dt="2026-08-26T23:19:13.489" v="9103"/>
          <ac:grpSpMkLst>
            <pc:docMk/>
            <pc:sldMk cId="3164332614" sldId="2840"/>
            <ac:grpSpMk id="37" creationId="{D90559C0-C70B-6BD5-F6F3-09BEEA230F53}"/>
          </ac:grpSpMkLst>
        </pc:grpChg>
        <pc:grpChg chg="add mod">
          <ac:chgData name="坂本 慧" userId="5feb6440-eb45-4c09-902d-2ebbe8048c41" providerId="ADAL" clId="{56447402-45BC-42A8-B7DC-3903C332109E}" dt="2026-08-26T23:26:51.151" v="9264" actId="408"/>
          <ac:grpSpMkLst>
            <pc:docMk/>
            <pc:sldMk cId="3164332614" sldId="2840"/>
            <ac:grpSpMk id="41" creationId="{B8743A6E-2389-EFF6-35BC-CE7F4195457E}"/>
          </ac:grpSpMkLst>
        </pc:grpChg>
        <pc:grpChg chg="add mod">
          <ac:chgData name="坂本 慧" userId="5feb6440-eb45-4c09-902d-2ebbe8048c41" providerId="ADAL" clId="{56447402-45BC-42A8-B7DC-3903C332109E}" dt="2026-08-26T23:26:51.151" v="9264" actId="408"/>
          <ac:grpSpMkLst>
            <pc:docMk/>
            <pc:sldMk cId="3164332614" sldId="2840"/>
            <ac:grpSpMk id="44" creationId="{53C54221-3A92-A434-0485-3BA6CD32DEF6}"/>
          </ac:grpSpMkLst>
        </pc:grpChg>
        <pc:grpChg chg="add mod">
          <ac:chgData name="坂本 慧" userId="5feb6440-eb45-4c09-902d-2ebbe8048c41" providerId="ADAL" clId="{56447402-45BC-42A8-B7DC-3903C332109E}" dt="2026-08-26T23:27:18.523" v="9271"/>
          <ac:grpSpMkLst>
            <pc:docMk/>
            <pc:sldMk cId="3164332614" sldId="2840"/>
            <ac:grpSpMk id="127" creationId="{94B11787-4962-D3CD-CB14-1C6F272BDABD}"/>
          </ac:grpSpMkLst>
        </pc:grpChg>
        <pc:grpChg chg="add mod">
          <ac:chgData name="坂本 慧" userId="5feb6440-eb45-4c09-902d-2ebbe8048c41" providerId="ADAL" clId="{56447402-45BC-42A8-B7DC-3903C332109E}" dt="2026-08-26T23:28:57.566" v="9314" actId="1076"/>
          <ac:grpSpMkLst>
            <pc:docMk/>
            <pc:sldMk cId="3164332614" sldId="2840"/>
            <ac:grpSpMk id="229" creationId="{E643027F-3F68-6B27-3CC7-82848410411F}"/>
          </ac:grpSpMkLst>
        </pc:grpChg>
        <pc:graphicFrameChg chg="mod">
          <ac:chgData name="坂本 慧" userId="5feb6440-eb45-4c09-902d-2ebbe8048c41" providerId="ADAL" clId="{56447402-45BC-42A8-B7DC-3903C332109E}" dt="2026-08-26T23:22:47.252" v="9190"/>
          <ac:graphicFrameMkLst>
            <pc:docMk/>
            <pc:sldMk cId="3164332614" sldId="2840"/>
            <ac:graphicFrameMk id="2" creationId="{AA1779E0-25BF-A645-9626-2661FB6C0E66}"/>
          </ac:graphicFrameMkLst>
        </pc:graphicFrameChg>
        <pc:cxnChg chg="mod">
          <ac:chgData name="坂本 慧" userId="5feb6440-eb45-4c09-902d-2ebbe8048c41" providerId="ADAL" clId="{56447402-45BC-42A8-B7DC-3903C332109E}" dt="2026-08-27T00:42:55.388" v="13148" actId="208"/>
          <ac:cxnSpMkLst>
            <pc:docMk/>
            <pc:sldMk cId="3164332614" sldId="2840"/>
            <ac:cxnSpMk id="231" creationId="{593D445F-26EF-7CF6-B6E7-3363101E696C}"/>
          </ac:cxnSpMkLst>
        </pc:cxnChg>
      </pc:sldChg>
      <pc:sldChg chg="addSp delSp modSp new mod ord">
        <pc:chgData name="坂本 慧" userId="5feb6440-eb45-4c09-902d-2ebbe8048c41" providerId="ADAL" clId="{56447402-45BC-42A8-B7DC-3903C332109E}" dt="2026-08-26T23:33:03.937" v="9404"/>
        <pc:sldMkLst>
          <pc:docMk/>
          <pc:sldMk cId="3689873737" sldId="2841"/>
        </pc:sldMkLst>
        <pc:spChg chg="mod">
          <ac:chgData name="坂本 慧" userId="5feb6440-eb45-4c09-902d-2ebbe8048c41" providerId="ADAL" clId="{56447402-45BC-42A8-B7DC-3903C332109E}" dt="2026-08-26T23:29:12.237" v="9315"/>
          <ac:spMkLst>
            <pc:docMk/>
            <pc:sldMk cId="3689873737" sldId="2841"/>
            <ac:spMk id="3" creationId="{03C4A0B9-F789-11D2-5AE8-5262C7EA391E}"/>
          </ac:spMkLst>
        </pc:spChg>
        <pc:spChg chg="mod">
          <ac:chgData name="坂本 慧" userId="5feb6440-eb45-4c09-902d-2ebbe8048c41" providerId="ADAL" clId="{56447402-45BC-42A8-B7DC-3903C332109E}" dt="2026-08-26T23:29:12.237" v="9315"/>
          <ac:spMkLst>
            <pc:docMk/>
            <pc:sldMk cId="3689873737" sldId="2841"/>
            <ac:spMk id="4" creationId="{3C44B1DD-59FB-EC8F-9C3C-973589412188}"/>
          </ac:spMkLst>
        </pc:spChg>
        <pc:spChg chg="mod">
          <ac:chgData name="坂本 慧" userId="5feb6440-eb45-4c09-902d-2ebbe8048c41" providerId="ADAL" clId="{56447402-45BC-42A8-B7DC-3903C332109E}" dt="2026-08-26T23:29:12.237" v="9315"/>
          <ac:spMkLst>
            <pc:docMk/>
            <pc:sldMk cId="3689873737" sldId="2841"/>
            <ac:spMk id="5" creationId="{B1FBF5F8-7BF3-91B1-A0F7-3864820CE468}"/>
          </ac:spMkLst>
        </pc:spChg>
        <pc:spChg chg="mod">
          <ac:chgData name="坂本 慧" userId="5feb6440-eb45-4c09-902d-2ebbe8048c41" providerId="ADAL" clId="{56447402-45BC-42A8-B7DC-3903C332109E}" dt="2026-08-26T23:29:13.749" v="9330"/>
          <ac:spMkLst>
            <pc:docMk/>
            <pc:sldMk cId="3689873737" sldId="2841"/>
            <ac:spMk id="8" creationId="{9FA4E347-46E7-D271-1365-3226BF681FF6}"/>
          </ac:spMkLst>
        </pc:spChg>
        <pc:spChg chg="mod">
          <ac:chgData name="坂本 慧" userId="5feb6440-eb45-4c09-902d-2ebbe8048c41" providerId="ADAL" clId="{56447402-45BC-42A8-B7DC-3903C332109E}" dt="2026-08-26T23:29:13.749" v="9330"/>
          <ac:spMkLst>
            <pc:docMk/>
            <pc:sldMk cId="3689873737" sldId="2841"/>
            <ac:spMk id="9" creationId="{E5AA770B-02C5-942F-90F7-DF9A680A2A43}"/>
          </ac:spMkLst>
        </pc:spChg>
        <pc:spChg chg="mod">
          <ac:chgData name="坂本 慧" userId="5feb6440-eb45-4c09-902d-2ebbe8048c41" providerId="ADAL" clId="{56447402-45BC-42A8-B7DC-3903C332109E}" dt="2026-08-26T23:29:13.749" v="9330"/>
          <ac:spMkLst>
            <pc:docMk/>
            <pc:sldMk cId="3689873737" sldId="2841"/>
            <ac:spMk id="10" creationId="{D6D441D3-C209-CBD8-9628-8275DCBD2154}"/>
          </ac:spMkLst>
        </pc:spChg>
        <pc:spChg chg="mod">
          <ac:chgData name="坂本 慧" userId="5feb6440-eb45-4c09-902d-2ebbe8048c41" providerId="ADAL" clId="{56447402-45BC-42A8-B7DC-3903C332109E}" dt="2026-08-26T23:29:13.749" v="9330"/>
          <ac:spMkLst>
            <pc:docMk/>
            <pc:sldMk cId="3689873737" sldId="2841"/>
            <ac:spMk id="11" creationId="{FCCE01E1-1880-8B61-286F-3D03B5509967}"/>
          </ac:spMkLst>
        </pc:spChg>
        <pc:spChg chg="mod">
          <ac:chgData name="坂本 慧" userId="5feb6440-eb45-4c09-902d-2ebbe8048c41" providerId="ADAL" clId="{56447402-45BC-42A8-B7DC-3903C332109E}" dt="2026-08-26T23:29:13.749" v="9330"/>
          <ac:spMkLst>
            <pc:docMk/>
            <pc:sldMk cId="3689873737" sldId="2841"/>
            <ac:spMk id="12" creationId="{AB31FF90-494B-2817-0F9A-3A9CA6407F7E}"/>
          </ac:spMkLst>
        </pc:spChg>
        <pc:spChg chg="mod">
          <ac:chgData name="坂本 慧" userId="5feb6440-eb45-4c09-902d-2ebbe8048c41" providerId="ADAL" clId="{56447402-45BC-42A8-B7DC-3903C332109E}" dt="2026-08-26T23:29:13.749" v="9330"/>
          <ac:spMkLst>
            <pc:docMk/>
            <pc:sldMk cId="3689873737" sldId="2841"/>
            <ac:spMk id="13" creationId="{32E28374-062C-F4D2-0D40-60AF6B21FFAD}"/>
          </ac:spMkLst>
        </pc:spChg>
        <pc:spChg chg="mod">
          <ac:chgData name="坂本 慧" userId="5feb6440-eb45-4c09-902d-2ebbe8048c41" providerId="ADAL" clId="{56447402-45BC-42A8-B7DC-3903C332109E}" dt="2026-08-26T23:29:38.669" v="9336"/>
          <ac:spMkLst>
            <pc:docMk/>
            <pc:sldMk cId="3689873737" sldId="2841"/>
            <ac:spMk id="53" creationId="{D27AD43B-EE1A-CD9A-B0A6-EBBEF117A6A9}"/>
          </ac:spMkLst>
        </pc:spChg>
        <pc:spChg chg="mod">
          <ac:chgData name="坂本 慧" userId="5feb6440-eb45-4c09-902d-2ebbe8048c41" providerId="ADAL" clId="{56447402-45BC-42A8-B7DC-3903C332109E}" dt="2026-08-26T23:29:38.669" v="9336"/>
          <ac:spMkLst>
            <pc:docMk/>
            <pc:sldMk cId="3689873737" sldId="2841"/>
            <ac:spMk id="65" creationId="{1581E9FA-E4EE-5524-4B5C-F62935E715E9}"/>
          </ac:spMkLst>
        </pc:spChg>
        <pc:spChg chg="mod">
          <ac:chgData name="坂本 慧" userId="5feb6440-eb45-4c09-902d-2ebbe8048c41" providerId="ADAL" clId="{56447402-45BC-42A8-B7DC-3903C332109E}" dt="2026-08-26T23:29:38.669" v="9336"/>
          <ac:spMkLst>
            <pc:docMk/>
            <pc:sldMk cId="3689873737" sldId="2841"/>
            <ac:spMk id="86" creationId="{F07CC4F8-C116-48E8-8130-1C37B0B61734}"/>
          </ac:spMkLst>
        </pc:spChg>
        <pc:spChg chg="mod">
          <ac:chgData name="坂本 慧" userId="5feb6440-eb45-4c09-902d-2ebbe8048c41" providerId="ADAL" clId="{56447402-45BC-42A8-B7DC-3903C332109E}" dt="2026-08-26T23:29:38.669" v="9336"/>
          <ac:spMkLst>
            <pc:docMk/>
            <pc:sldMk cId="3689873737" sldId="2841"/>
            <ac:spMk id="89" creationId="{0754917E-5508-3DD1-D36D-3551C45B3025}"/>
          </ac:spMkLst>
        </pc:spChg>
        <pc:spChg chg="mod">
          <ac:chgData name="坂本 慧" userId="5feb6440-eb45-4c09-902d-2ebbe8048c41" providerId="ADAL" clId="{56447402-45BC-42A8-B7DC-3903C332109E}" dt="2026-08-26T23:29:38.669" v="9336"/>
          <ac:spMkLst>
            <pc:docMk/>
            <pc:sldMk cId="3689873737" sldId="2841"/>
            <ac:spMk id="94" creationId="{5EB62E66-A0FC-FFC0-C6C8-073586273C0D}"/>
          </ac:spMkLst>
        </pc:spChg>
        <pc:spChg chg="mod">
          <ac:chgData name="坂本 慧" userId="5feb6440-eb45-4c09-902d-2ebbe8048c41" providerId="ADAL" clId="{56447402-45BC-42A8-B7DC-3903C332109E}" dt="2026-08-26T23:29:38.669" v="9336"/>
          <ac:spMkLst>
            <pc:docMk/>
            <pc:sldMk cId="3689873737" sldId="2841"/>
            <ac:spMk id="100" creationId="{07CD355A-6915-09C4-024B-369CD3008B3C}"/>
          </ac:spMkLst>
        </pc:spChg>
        <pc:spChg chg="mod">
          <ac:chgData name="坂本 慧" userId="5feb6440-eb45-4c09-902d-2ebbe8048c41" providerId="ADAL" clId="{56447402-45BC-42A8-B7DC-3903C332109E}" dt="2026-08-26T23:29:38.669" v="9336"/>
          <ac:spMkLst>
            <pc:docMk/>
            <pc:sldMk cId="3689873737" sldId="2841"/>
            <ac:spMk id="125" creationId="{15B3A4C9-6707-0599-F362-B1D905A3125F}"/>
          </ac:spMkLst>
        </pc:spChg>
        <pc:spChg chg="mod">
          <ac:chgData name="坂本 慧" userId="5feb6440-eb45-4c09-902d-2ebbe8048c41" providerId="ADAL" clId="{56447402-45BC-42A8-B7DC-3903C332109E}" dt="2026-08-26T23:29:38.669" v="9336"/>
          <ac:spMkLst>
            <pc:docMk/>
            <pc:sldMk cId="3689873737" sldId="2841"/>
            <ac:spMk id="132" creationId="{11FC3622-724C-2591-98D0-6A82A087A467}"/>
          </ac:spMkLst>
        </pc:spChg>
        <pc:spChg chg="mod">
          <ac:chgData name="坂本 慧" userId="5feb6440-eb45-4c09-902d-2ebbe8048c41" providerId="ADAL" clId="{56447402-45BC-42A8-B7DC-3903C332109E}" dt="2026-08-26T23:29:38.669" v="9336"/>
          <ac:spMkLst>
            <pc:docMk/>
            <pc:sldMk cId="3689873737" sldId="2841"/>
            <ac:spMk id="148" creationId="{0F63B1FF-C80A-7D8D-04AC-733C6F921641}"/>
          </ac:spMkLst>
        </pc:spChg>
        <pc:spChg chg="mod">
          <ac:chgData name="坂本 慧" userId="5feb6440-eb45-4c09-902d-2ebbe8048c41" providerId="ADAL" clId="{56447402-45BC-42A8-B7DC-3903C332109E}" dt="2026-08-26T23:29:38.669" v="9336"/>
          <ac:spMkLst>
            <pc:docMk/>
            <pc:sldMk cId="3689873737" sldId="2841"/>
            <ac:spMk id="189" creationId="{23C50EB6-F147-3995-07C1-E34C40668742}"/>
          </ac:spMkLst>
        </pc:spChg>
        <pc:spChg chg="mod">
          <ac:chgData name="坂本 慧" userId="5feb6440-eb45-4c09-902d-2ebbe8048c41" providerId="ADAL" clId="{56447402-45BC-42A8-B7DC-3903C332109E}" dt="2026-08-26T23:29:51.290" v="9339"/>
          <ac:spMkLst>
            <pc:docMk/>
            <pc:sldMk cId="3689873737" sldId="2841"/>
            <ac:spMk id="193" creationId="{D3FA2763-EC5E-B5AE-96F9-85D225DDE52B}"/>
          </ac:spMkLst>
        </pc:spChg>
        <pc:spChg chg="mod">
          <ac:chgData name="坂本 慧" userId="5feb6440-eb45-4c09-902d-2ebbe8048c41" providerId="ADAL" clId="{56447402-45BC-42A8-B7DC-3903C332109E}" dt="2026-08-26T23:29:51.290" v="9339"/>
          <ac:spMkLst>
            <pc:docMk/>
            <pc:sldMk cId="3689873737" sldId="2841"/>
            <ac:spMk id="226" creationId="{FAC8DC40-7B27-AF36-1A25-F00B1212BD8C}"/>
          </ac:spMkLst>
        </pc:spChg>
        <pc:spChg chg="mod">
          <ac:chgData name="坂本 慧" userId="5feb6440-eb45-4c09-902d-2ebbe8048c41" providerId="ADAL" clId="{56447402-45BC-42A8-B7DC-3903C332109E}" dt="2026-08-26T23:29:51.290" v="9339"/>
          <ac:spMkLst>
            <pc:docMk/>
            <pc:sldMk cId="3689873737" sldId="2841"/>
            <ac:spMk id="248" creationId="{15160F25-8C85-8A6A-9400-48F0839F4369}"/>
          </ac:spMkLst>
        </pc:spChg>
        <pc:spChg chg="mod">
          <ac:chgData name="坂本 慧" userId="5feb6440-eb45-4c09-902d-2ebbe8048c41" providerId="ADAL" clId="{56447402-45BC-42A8-B7DC-3903C332109E}" dt="2026-08-26T23:29:51.290" v="9339"/>
          <ac:spMkLst>
            <pc:docMk/>
            <pc:sldMk cId="3689873737" sldId="2841"/>
            <ac:spMk id="266" creationId="{159431D7-E3D2-DD1C-FF15-E8A999D34B23}"/>
          </ac:spMkLst>
        </pc:spChg>
        <pc:spChg chg="mod">
          <ac:chgData name="坂本 慧" userId="5feb6440-eb45-4c09-902d-2ebbe8048c41" providerId="ADAL" clId="{56447402-45BC-42A8-B7DC-3903C332109E}" dt="2026-08-26T23:29:51.290" v="9339"/>
          <ac:spMkLst>
            <pc:docMk/>
            <pc:sldMk cId="3689873737" sldId="2841"/>
            <ac:spMk id="274" creationId="{4FC38211-FD4B-7788-B3CE-CF0E1B6F8A4B}"/>
          </ac:spMkLst>
        </pc:spChg>
        <pc:spChg chg="mod">
          <ac:chgData name="坂本 慧" userId="5feb6440-eb45-4c09-902d-2ebbe8048c41" providerId="ADAL" clId="{56447402-45BC-42A8-B7DC-3903C332109E}" dt="2026-08-26T23:29:51.290" v="9339"/>
          <ac:spMkLst>
            <pc:docMk/>
            <pc:sldMk cId="3689873737" sldId="2841"/>
            <ac:spMk id="289" creationId="{610E48B0-0399-E2DD-8AC4-392050572CDD}"/>
          </ac:spMkLst>
        </pc:spChg>
        <pc:spChg chg="mod">
          <ac:chgData name="坂本 慧" userId="5feb6440-eb45-4c09-902d-2ebbe8048c41" providerId="ADAL" clId="{56447402-45BC-42A8-B7DC-3903C332109E}" dt="2026-08-26T23:29:51.290" v="9339"/>
          <ac:spMkLst>
            <pc:docMk/>
            <pc:sldMk cId="3689873737" sldId="2841"/>
            <ac:spMk id="302" creationId="{B43FCBB6-DBC4-BE25-473E-25CB12505E02}"/>
          </ac:spMkLst>
        </pc:spChg>
        <pc:spChg chg="mod">
          <ac:chgData name="坂本 慧" userId="5feb6440-eb45-4c09-902d-2ebbe8048c41" providerId="ADAL" clId="{56447402-45BC-42A8-B7DC-3903C332109E}" dt="2026-08-26T23:29:51.290" v="9339"/>
          <ac:spMkLst>
            <pc:docMk/>
            <pc:sldMk cId="3689873737" sldId="2841"/>
            <ac:spMk id="316" creationId="{B1AF84B2-A177-249C-545A-3E3CEACA3005}"/>
          </ac:spMkLst>
        </pc:spChg>
        <pc:spChg chg="mod">
          <ac:chgData name="坂本 慧" userId="5feb6440-eb45-4c09-902d-2ebbe8048c41" providerId="ADAL" clId="{56447402-45BC-42A8-B7DC-3903C332109E}" dt="2026-08-26T23:29:51.290" v="9339"/>
          <ac:spMkLst>
            <pc:docMk/>
            <pc:sldMk cId="3689873737" sldId="2841"/>
            <ac:spMk id="317" creationId="{0A4029D9-3DF8-911C-E34D-1D371A2ABF8C}"/>
          </ac:spMkLst>
        </pc:spChg>
        <pc:spChg chg="mod">
          <ac:chgData name="坂本 慧" userId="5feb6440-eb45-4c09-902d-2ebbe8048c41" providerId="ADAL" clId="{56447402-45BC-42A8-B7DC-3903C332109E}" dt="2026-08-26T23:29:51.290" v="9339"/>
          <ac:spMkLst>
            <pc:docMk/>
            <pc:sldMk cId="3689873737" sldId="2841"/>
            <ac:spMk id="326" creationId="{95A89A06-B344-3C28-6452-6F381A4C5B9F}"/>
          </ac:spMkLst>
        </pc:spChg>
        <pc:spChg chg="mod">
          <ac:chgData name="坂本 慧" userId="5feb6440-eb45-4c09-902d-2ebbe8048c41" providerId="ADAL" clId="{56447402-45BC-42A8-B7DC-3903C332109E}" dt="2026-08-26T23:30:58.067" v="9372"/>
          <ac:spMkLst>
            <pc:docMk/>
            <pc:sldMk cId="3689873737" sldId="2841"/>
            <ac:spMk id="362" creationId="{74A2F3D4-C81A-F0CD-D48A-2E3E387B16C2}"/>
          </ac:spMkLst>
        </pc:spChg>
        <pc:spChg chg="mod">
          <ac:chgData name="坂本 慧" userId="5feb6440-eb45-4c09-902d-2ebbe8048c41" providerId="ADAL" clId="{56447402-45BC-42A8-B7DC-3903C332109E}" dt="2026-08-26T23:30:58.067" v="9372"/>
          <ac:spMkLst>
            <pc:docMk/>
            <pc:sldMk cId="3689873737" sldId="2841"/>
            <ac:spMk id="363" creationId="{17F5C99F-FB6D-C9EE-A539-8C37459ECF49}"/>
          </ac:spMkLst>
        </pc:spChg>
        <pc:spChg chg="mod">
          <ac:chgData name="坂本 慧" userId="5feb6440-eb45-4c09-902d-2ebbe8048c41" providerId="ADAL" clId="{56447402-45BC-42A8-B7DC-3903C332109E}" dt="2026-08-26T23:30:58.067" v="9372"/>
          <ac:spMkLst>
            <pc:docMk/>
            <pc:sldMk cId="3689873737" sldId="2841"/>
            <ac:spMk id="364" creationId="{866A2825-6AF5-D5FE-4F7D-DF81818B9DD3}"/>
          </ac:spMkLst>
        </pc:spChg>
        <pc:spChg chg="mod">
          <ac:chgData name="坂本 慧" userId="5feb6440-eb45-4c09-902d-2ebbe8048c41" providerId="ADAL" clId="{56447402-45BC-42A8-B7DC-3903C332109E}" dt="2026-08-26T23:30:58.067" v="9372"/>
          <ac:spMkLst>
            <pc:docMk/>
            <pc:sldMk cId="3689873737" sldId="2841"/>
            <ac:spMk id="365" creationId="{4E424E83-FFE5-6482-F4F8-98CB2F43B67B}"/>
          </ac:spMkLst>
        </pc:spChg>
        <pc:spChg chg="mod">
          <ac:chgData name="坂本 慧" userId="5feb6440-eb45-4c09-902d-2ebbe8048c41" providerId="ADAL" clId="{56447402-45BC-42A8-B7DC-3903C332109E}" dt="2026-08-26T23:30:58.067" v="9372"/>
          <ac:spMkLst>
            <pc:docMk/>
            <pc:sldMk cId="3689873737" sldId="2841"/>
            <ac:spMk id="374" creationId="{B8684A03-7605-C71B-856D-444A5EF7828E}"/>
          </ac:spMkLst>
        </pc:spChg>
        <pc:spChg chg="mod">
          <ac:chgData name="坂本 慧" userId="5feb6440-eb45-4c09-902d-2ebbe8048c41" providerId="ADAL" clId="{56447402-45BC-42A8-B7DC-3903C332109E}" dt="2026-08-26T23:30:58.067" v="9372"/>
          <ac:spMkLst>
            <pc:docMk/>
            <pc:sldMk cId="3689873737" sldId="2841"/>
            <ac:spMk id="375" creationId="{5814E93E-6032-5E87-4E0C-DBC1396DD3E4}"/>
          </ac:spMkLst>
        </pc:spChg>
        <pc:spChg chg="mod">
          <ac:chgData name="坂本 慧" userId="5feb6440-eb45-4c09-902d-2ebbe8048c41" providerId="ADAL" clId="{56447402-45BC-42A8-B7DC-3903C332109E}" dt="2026-08-26T23:30:58.067" v="9372"/>
          <ac:spMkLst>
            <pc:docMk/>
            <pc:sldMk cId="3689873737" sldId="2841"/>
            <ac:spMk id="376" creationId="{AADB2378-7BBE-C059-5C0C-AAB4C7001765}"/>
          </ac:spMkLst>
        </pc:spChg>
        <pc:spChg chg="mod">
          <ac:chgData name="坂本 慧" userId="5feb6440-eb45-4c09-902d-2ebbe8048c41" providerId="ADAL" clId="{56447402-45BC-42A8-B7DC-3903C332109E}" dt="2026-08-26T23:30:58.067" v="9372"/>
          <ac:spMkLst>
            <pc:docMk/>
            <pc:sldMk cId="3689873737" sldId="2841"/>
            <ac:spMk id="378" creationId="{44750CC3-CA8F-F952-1DB2-BA205FDDD509}"/>
          </ac:spMkLst>
        </pc:spChg>
        <pc:spChg chg="mod">
          <ac:chgData name="坂本 慧" userId="5feb6440-eb45-4c09-902d-2ebbe8048c41" providerId="ADAL" clId="{56447402-45BC-42A8-B7DC-3903C332109E}" dt="2026-08-26T23:30:58.067" v="9372"/>
          <ac:spMkLst>
            <pc:docMk/>
            <pc:sldMk cId="3689873737" sldId="2841"/>
            <ac:spMk id="379" creationId="{DB6F260C-D8B9-2716-49D2-5F8667502C29}"/>
          </ac:spMkLst>
        </pc:spChg>
        <pc:spChg chg="mod">
          <ac:chgData name="坂本 慧" userId="5feb6440-eb45-4c09-902d-2ebbe8048c41" providerId="ADAL" clId="{56447402-45BC-42A8-B7DC-3903C332109E}" dt="2026-08-26T23:30:58.067" v="9372"/>
          <ac:spMkLst>
            <pc:docMk/>
            <pc:sldMk cId="3689873737" sldId="2841"/>
            <ac:spMk id="380" creationId="{3499D524-C98D-8473-7C91-2E10CCBCA4A9}"/>
          </ac:spMkLst>
        </pc:spChg>
        <pc:spChg chg="mod">
          <ac:chgData name="坂本 慧" userId="5feb6440-eb45-4c09-902d-2ebbe8048c41" providerId="ADAL" clId="{56447402-45BC-42A8-B7DC-3903C332109E}" dt="2026-08-26T23:32:21.455" v="9376"/>
          <ac:spMkLst>
            <pc:docMk/>
            <pc:sldMk cId="3689873737" sldId="2841"/>
            <ac:spMk id="383" creationId="{BC30131D-63B4-0F52-B686-493154AA889E}"/>
          </ac:spMkLst>
        </pc:spChg>
        <pc:spChg chg="mod">
          <ac:chgData name="坂本 慧" userId="5feb6440-eb45-4c09-902d-2ebbe8048c41" providerId="ADAL" clId="{56447402-45BC-42A8-B7DC-3903C332109E}" dt="2026-08-26T23:32:21.455" v="9376"/>
          <ac:spMkLst>
            <pc:docMk/>
            <pc:sldMk cId="3689873737" sldId="2841"/>
            <ac:spMk id="384" creationId="{3F420853-86C5-5994-1300-7B5BCEA82087}"/>
          </ac:spMkLst>
        </pc:spChg>
        <pc:spChg chg="mod">
          <ac:chgData name="坂本 慧" userId="5feb6440-eb45-4c09-902d-2ebbe8048c41" providerId="ADAL" clId="{56447402-45BC-42A8-B7DC-3903C332109E}" dt="2026-08-26T23:32:21.455" v="9376"/>
          <ac:spMkLst>
            <pc:docMk/>
            <pc:sldMk cId="3689873737" sldId="2841"/>
            <ac:spMk id="385" creationId="{5AC9E5AC-CC9F-79E4-1A68-AB0355712D85}"/>
          </ac:spMkLst>
        </pc:spChg>
        <pc:spChg chg="mod">
          <ac:chgData name="坂本 慧" userId="5feb6440-eb45-4c09-902d-2ebbe8048c41" providerId="ADAL" clId="{56447402-45BC-42A8-B7DC-3903C332109E}" dt="2026-08-26T23:32:21.455" v="9376"/>
          <ac:spMkLst>
            <pc:docMk/>
            <pc:sldMk cId="3689873737" sldId="2841"/>
            <ac:spMk id="386" creationId="{B4CB3DB4-6B16-7DA2-D015-8604F641C8B4}"/>
          </ac:spMkLst>
        </pc:spChg>
        <pc:spChg chg="mod">
          <ac:chgData name="坂本 慧" userId="5feb6440-eb45-4c09-902d-2ebbe8048c41" providerId="ADAL" clId="{56447402-45BC-42A8-B7DC-3903C332109E}" dt="2026-08-26T23:32:21.455" v="9376"/>
          <ac:spMkLst>
            <pc:docMk/>
            <pc:sldMk cId="3689873737" sldId="2841"/>
            <ac:spMk id="387" creationId="{AA6E4FE6-B1FB-B6C4-B78C-FA024D498DE9}"/>
          </ac:spMkLst>
        </pc:spChg>
        <pc:spChg chg="mod">
          <ac:chgData name="坂本 慧" userId="5feb6440-eb45-4c09-902d-2ebbe8048c41" providerId="ADAL" clId="{56447402-45BC-42A8-B7DC-3903C332109E}" dt="2026-08-26T23:32:22.830" v="9383"/>
          <ac:spMkLst>
            <pc:docMk/>
            <pc:sldMk cId="3689873737" sldId="2841"/>
            <ac:spMk id="390" creationId="{798D233A-382C-F9CC-ED86-74EF3A24B798}"/>
          </ac:spMkLst>
        </pc:spChg>
        <pc:spChg chg="mod">
          <ac:chgData name="坂本 慧" userId="5feb6440-eb45-4c09-902d-2ebbe8048c41" providerId="ADAL" clId="{56447402-45BC-42A8-B7DC-3903C332109E}" dt="2026-08-26T23:32:22.830" v="9383"/>
          <ac:spMkLst>
            <pc:docMk/>
            <pc:sldMk cId="3689873737" sldId="2841"/>
            <ac:spMk id="391" creationId="{FB3FA6E4-1238-FCAE-9D63-4A12073C8643}"/>
          </ac:spMkLst>
        </pc:spChg>
        <pc:spChg chg="mod">
          <ac:chgData name="坂本 慧" userId="5feb6440-eb45-4c09-902d-2ebbe8048c41" providerId="ADAL" clId="{56447402-45BC-42A8-B7DC-3903C332109E}" dt="2026-08-26T23:32:22.830" v="9383"/>
          <ac:spMkLst>
            <pc:docMk/>
            <pc:sldMk cId="3689873737" sldId="2841"/>
            <ac:spMk id="392" creationId="{4D84E1C7-6A71-BF5A-359B-D995F84CCB68}"/>
          </ac:spMkLst>
        </pc:spChg>
        <pc:spChg chg="mod">
          <ac:chgData name="坂本 慧" userId="5feb6440-eb45-4c09-902d-2ebbe8048c41" providerId="ADAL" clId="{56447402-45BC-42A8-B7DC-3903C332109E}" dt="2026-08-26T23:32:22.830" v="9383"/>
          <ac:spMkLst>
            <pc:docMk/>
            <pc:sldMk cId="3689873737" sldId="2841"/>
            <ac:spMk id="393" creationId="{378F9B37-276D-A4B0-9AC0-E027851EFEA3}"/>
          </ac:spMkLst>
        </pc:spChg>
        <pc:spChg chg="mod">
          <ac:chgData name="坂本 慧" userId="5feb6440-eb45-4c09-902d-2ebbe8048c41" providerId="ADAL" clId="{56447402-45BC-42A8-B7DC-3903C332109E}" dt="2026-08-26T23:32:22.830" v="9383"/>
          <ac:spMkLst>
            <pc:docMk/>
            <pc:sldMk cId="3689873737" sldId="2841"/>
            <ac:spMk id="394" creationId="{B081933E-0CF6-20EA-8BE4-8A4B49F98E65}"/>
          </ac:spMkLst>
        </pc:spChg>
        <pc:spChg chg="mod">
          <ac:chgData name="坂本 慧" userId="5feb6440-eb45-4c09-902d-2ebbe8048c41" providerId="ADAL" clId="{56447402-45BC-42A8-B7DC-3903C332109E}" dt="2026-08-26T23:32:22.830" v="9383"/>
          <ac:spMkLst>
            <pc:docMk/>
            <pc:sldMk cId="3689873737" sldId="2841"/>
            <ac:spMk id="395" creationId="{5F3B0DE0-3571-F151-CD4F-96C27397D678}"/>
          </ac:spMkLst>
        </pc:spChg>
        <pc:spChg chg="mod">
          <ac:chgData name="坂本 慧" userId="5feb6440-eb45-4c09-902d-2ebbe8048c41" providerId="ADAL" clId="{56447402-45BC-42A8-B7DC-3903C332109E}" dt="2026-08-26T23:32:22.830" v="9383"/>
          <ac:spMkLst>
            <pc:docMk/>
            <pc:sldMk cId="3689873737" sldId="2841"/>
            <ac:spMk id="396" creationId="{B57E5D0B-C443-763A-2D61-23CFB1C5549F}"/>
          </ac:spMkLst>
        </pc:spChg>
        <pc:spChg chg="mod">
          <ac:chgData name="坂本 慧" userId="5feb6440-eb45-4c09-902d-2ebbe8048c41" providerId="ADAL" clId="{56447402-45BC-42A8-B7DC-3903C332109E}" dt="2026-08-26T23:32:24.458" v="9386"/>
          <ac:spMkLst>
            <pc:docMk/>
            <pc:sldMk cId="3689873737" sldId="2841"/>
            <ac:spMk id="399" creationId="{003AA981-B92E-26CD-C5FF-EBF9618821ED}"/>
          </ac:spMkLst>
        </pc:spChg>
        <pc:spChg chg="mod">
          <ac:chgData name="坂本 慧" userId="5feb6440-eb45-4c09-902d-2ebbe8048c41" providerId="ADAL" clId="{56447402-45BC-42A8-B7DC-3903C332109E}" dt="2026-08-26T23:32:24.458" v="9386"/>
          <ac:spMkLst>
            <pc:docMk/>
            <pc:sldMk cId="3689873737" sldId="2841"/>
            <ac:spMk id="400" creationId="{386347B5-9C1F-1386-966E-729C04809DC9}"/>
          </ac:spMkLst>
        </pc:spChg>
        <pc:spChg chg="mod">
          <ac:chgData name="坂本 慧" userId="5feb6440-eb45-4c09-902d-2ebbe8048c41" providerId="ADAL" clId="{56447402-45BC-42A8-B7DC-3903C332109E}" dt="2026-08-26T23:32:24.458" v="9386"/>
          <ac:spMkLst>
            <pc:docMk/>
            <pc:sldMk cId="3689873737" sldId="2841"/>
            <ac:spMk id="401" creationId="{EB1CD100-16B9-7B3D-998F-6129CFA8947C}"/>
          </ac:spMkLst>
        </pc:spChg>
        <pc:spChg chg="mod">
          <ac:chgData name="坂本 慧" userId="5feb6440-eb45-4c09-902d-2ebbe8048c41" providerId="ADAL" clId="{56447402-45BC-42A8-B7DC-3903C332109E}" dt="2026-08-26T23:32:24.458" v="9386"/>
          <ac:spMkLst>
            <pc:docMk/>
            <pc:sldMk cId="3689873737" sldId="2841"/>
            <ac:spMk id="402" creationId="{81592CA6-B6B5-6F74-EBC4-9C4AD83B5F02}"/>
          </ac:spMkLst>
        </pc:spChg>
        <pc:spChg chg="mod">
          <ac:chgData name="坂本 慧" userId="5feb6440-eb45-4c09-902d-2ebbe8048c41" providerId="ADAL" clId="{56447402-45BC-42A8-B7DC-3903C332109E}" dt="2026-08-26T23:32:24.458" v="9386"/>
          <ac:spMkLst>
            <pc:docMk/>
            <pc:sldMk cId="3689873737" sldId="2841"/>
            <ac:spMk id="403" creationId="{A08E9282-8AEC-0DD3-41F2-377CB19113F4}"/>
          </ac:spMkLst>
        </pc:spChg>
        <pc:spChg chg="mod">
          <ac:chgData name="坂本 慧" userId="5feb6440-eb45-4c09-902d-2ebbe8048c41" providerId="ADAL" clId="{56447402-45BC-42A8-B7DC-3903C332109E}" dt="2026-08-26T23:32:24.458" v="9386"/>
          <ac:spMkLst>
            <pc:docMk/>
            <pc:sldMk cId="3689873737" sldId="2841"/>
            <ac:spMk id="404" creationId="{60BAB329-AD01-C31E-99B4-2C775A541935}"/>
          </ac:spMkLst>
        </pc:spChg>
        <pc:spChg chg="mod">
          <ac:chgData name="坂本 慧" userId="5feb6440-eb45-4c09-902d-2ebbe8048c41" providerId="ADAL" clId="{56447402-45BC-42A8-B7DC-3903C332109E}" dt="2026-08-26T23:32:24.458" v="9386"/>
          <ac:spMkLst>
            <pc:docMk/>
            <pc:sldMk cId="3689873737" sldId="2841"/>
            <ac:spMk id="405" creationId="{2D14DC50-85C8-550B-71D8-E8A847A2133C}"/>
          </ac:spMkLst>
        </pc:spChg>
        <pc:spChg chg="mod">
          <ac:chgData name="坂本 慧" userId="5feb6440-eb45-4c09-902d-2ebbe8048c41" providerId="ADAL" clId="{56447402-45BC-42A8-B7DC-3903C332109E}" dt="2026-08-26T23:32:24.458" v="9386"/>
          <ac:spMkLst>
            <pc:docMk/>
            <pc:sldMk cId="3689873737" sldId="2841"/>
            <ac:spMk id="406" creationId="{76E2B236-2471-001F-674F-327670CE5945}"/>
          </ac:spMkLst>
        </pc:spChg>
        <pc:spChg chg="mod">
          <ac:chgData name="坂本 慧" userId="5feb6440-eb45-4c09-902d-2ebbe8048c41" providerId="ADAL" clId="{56447402-45BC-42A8-B7DC-3903C332109E}" dt="2026-08-26T23:32:24.458" v="9386"/>
          <ac:spMkLst>
            <pc:docMk/>
            <pc:sldMk cId="3689873737" sldId="2841"/>
            <ac:spMk id="407" creationId="{52C5DC76-DF2C-9C55-51DB-F7414F59BD0A}"/>
          </ac:spMkLst>
        </pc:spChg>
        <pc:grpChg chg="add mod">
          <ac:chgData name="坂本 慧" userId="5feb6440-eb45-4c09-902d-2ebbe8048c41" providerId="ADAL" clId="{56447402-45BC-42A8-B7DC-3903C332109E}" dt="2026-08-26T23:32:33.205" v="9390"/>
          <ac:grpSpMkLst>
            <pc:docMk/>
            <pc:sldMk cId="3689873737" sldId="2841"/>
            <ac:grpSpMk id="2" creationId="{70A32153-2E5B-011A-D081-2587AC96F9BA}"/>
          </ac:grpSpMkLst>
        </pc:grpChg>
        <pc:grpChg chg="add mod">
          <ac:chgData name="坂本 慧" userId="5feb6440-eb45-4c09-902d-2ebbe8048c41" providerId="ADAL" clId="{56447402-45BC-42A8-B7DC-3903C332109E}" dt="2026-08-26T23:32:33.205" v="9390"/>
          <ac:grpSpMkLst>
            <pc:docMk/>
            <pc:sldMk cId="3689873737" sldId="2841"/>
            <ac:grpSpMk id="7" creationId="{1E0CAC3A-53AB-86F8-53A8-56099936620B}"/>
          </ac:grpSpMkLst>
        </pc:grpChg>
        <pc:grpChg chg="mod">
          <ac:chgData name="坂本 慧" userId="5feb6440-eb45-4c09-902d-2ebbe8048c41" providerId="ADAL" clId="{56447402-45BC-42A8-B7DC-3903C332109E}" dt="2026-08-26T23:32:54.223" v="9401" actId="1076"/>
          <ac:grpSpMkLst>
            <pc:docMk/>
            <pc:sldMk cId="3689873737" sldId="2841"/>
            <ac:grpSpMk id="17" creationId="{9348C460-CB90-507D-2FD5-3479F5F0F1EB}"/>
          </ac:grpSpMkLst>
        </pc:grpChg>
        <pc:grpChg chg="mod">
          <ac:chgData name="坂本 慧" userId="5feb6440-eb45-4c09-902d-2ebbe8048c41" providerId="ADAL" clId="{56447402-45BC-42A8-B7DC-3903C332109E}" dt="2026-08-26T23:32:51.934" v="9400" actId="1076"/>
          <ac:grpSpMkLst>
            <pc:docMk/>
            <pc:sldMk cId="3689873737" sldId="2841"/>
            <ac:grpSpMk id="190" creationId="{2D2BEE6F-CCBA-0CFF-66CB-210FB24EEB09}"/>
          </ac:grpSpMkLst>
        </pc:grpChg>
        <pc:grpChg chg="mod">
          <ac:chgData name="坂本 慧" userId="5feb6440-eb45-4c09-902d-2ebbe8048c41" providerId="ADAL" clId="{56447402-45BC-42A8-B7DC-3903C332109E}" dt="2026-08-26T23:32:33.205" v="9390"/>
          <ac:grpSpMkLst>
            <pc:docMk/>
            <pc:sldMk cId="3689873737" sldId="2841"/>
            <ac:grpSpMk id="359" creationId="{D8565DC5-EFB4-80AC-FD9E-84A939A24A6B}"/>
          </ac:grpSpMkLst>
        </pc:grpChg>
        <pc:grpChg chg="add mod">
          <ac:chgData name="坂本 慧" userId="5feb6440-eb45-4c09-902d-2ebbe8048c41" providerId="ADAL" clId="{56447402-45BC-42A8-B7DC-3903C332109E}" dt="2026-08-26T23:32:58.878" v="9402" actId="1076"/>
          <ac:grpSpMkLst>
            <pc:docMk/>
            <pc:sldMk cId="3689873737" sldId="2841"/>
            <ac:grpSpMk id="381" creationId="{F191C0D7-764D-A430-9047-489686C3D05B}"/>
          </ac:grpSpMkLst>
        </pc:grpChg>
        <pc:grpChg chg="mod">
          <ac:chgData name="坂本 慧" userId="5feb6440-eb45-4c09-902d-2ebbe8048c41" providerId="ADAL" clId="{56447402-45BC-42A8-B7DC-3903C332109E}" dt="2026-08-26T23:32:21.455" v="9376"/>
          <ac:grpSpMkLst>
            <pc:docMk/>
            <pc:sldMk cId="3689873737" sldId="2841"/>
            <ac:grpSpMk id="382" creationId="{0FBFD452-716D-A75F-179C-91A7D37A16AB}"/>
          </ac:grpSpMkLst>
        </pc:grpChg>
        <pc:grpChg chg="add mod">
          <ac:chgData name="坂本 慧" userId="5feb6440-eb45-4c09-902d-2ebbe8048c41" providerId="ADAL" clId="{56447402-45BC-42A8-B7DC-3903C332109E}" dt="2026-08-26T23:32:45.631" v="9396" actId="1076"/>
          <ac:grpSpMkLst>
            <pc:docMk/>
            <pc:sldMk cId="3689873737" sldId="2841"/>
            <ac:grpSpMk id="388" creationId="{6F48FF60-DB5E-9AED-F990-A6392555A93A}"/>
          </ac:grpSpMkLst>
        </pc:grpChg>
        <pc:grpChg chg="mod">
          <ac:chgData name="坂本 慧" userId="5feb6440-eb45-4c09-902d-2ebbe8048c41" providerId="ADAL" clId="{56447402-45BC-42A8-B7DC-3903C332109E}" dt="2026-08-26T23:32:22.830" v="9383"/>
          <ac:grpSpMkLst>
            <pc:docMk/>
            <pc:sldMk cId="3689873737" sldId="2841"/>
            <ac:grpSpMk id="389" creationId="{C46F336E-4880-A116-E55C-5CB2E7819979}"/>
          </ac:grpSpMkLst>
        </pc:grpChg>
        <pc:grpChg chg="mod">
          <ac:chgData name="坂本 慧" userId="5feb6440-eb45-4c09-902d-2ebbe8048c41" providerId="ADAL" clId="{56447402-45BC-42A8-B7DC-3903C332109E}" dt="2026-08-26T23:32:40.785" v="9393" actId="1076"/>
          <ac:grpSpMkLst>
            <pc:docMk/>
            <pc:sldMk cId="3689873737" sldId="2841"/>
            <ac:grpSpMk id="397" creationId="{105C23FD-6450-FD8B-AFD5-2A351AD3170A}"/>
          </ac:grpSpMkLst>
        </pc:grpChg>
        <pc:grpChg chg="mod">
          <ac:chgData name="坂本 慧" userId="5feb6440-eb45-4c09-902d-2ebbe8048c41" providerId="ADAL" clId="{56447402-45BC-42A8-B7DC-3903C332109E}" dt="2026-08-26T23:32:24.458" v="9386"/>
          <ac:grpSpMkLst>
            <pc:docMk/>
            <pc:sldMk cId="3689873737" sldId="2841"/>
            <ac:grpSpMk id="398" creationId="{C27AAEF8-6B32-9B9B-3C11-A80A39BCF035}"/>
          </ac:grpSpMkLst>
        </pc:grpChg>
        <pc:graphicFrameChg chg="add mod ord modVis">
          <ac:chgData name="坂本 慧" userId="5feb6440-eb45-4c09-902d-2ebbe8048c41" providerId="ADAL" clId="{56447402-45BC-42A8-B7DC-3903C332109E}" dt="2026-08-26T23:32:24.516" v="9388"/>
          <ac:graphicFrameMkLst>
            <pc:docMk/>
            <pc:sldMk cId="3689873737" sldId="2841"/>
            <ac:graphicFrameMk id="6" creationId="{247F3F7A-C273-3517-4A6A-B0D4264A2D74}"/>
          </ac:graphicFrameMkLst>
        </pc:graphicFrameChg>
        <pc:cxnChg chg="mod">
          <ac:chgData name="坂本 慧" userId="5feb6440-eb45-4c09-902d-2ebbe8048c41" providerId="ADAL" clId="{56447402-45BC-42A8-B7DC-3903C332109E}" dt="2026-08-26T23:29:13.749" v="9330"/>
          <ac:cxnSpMkLst>
            <pc:docMk/>
            <pc:sldMk cId="3689873737" sldId="2841"/>
            <ac:cxnSpMk id="14" creationId="{6F68FD3C-56B4-3292-6BF0-1B59321C41A0}"/>
          </ac:cxnSpMkLst>
        </pc:cxnChg>
        <pc:cxnChg chg="mod">
          <ac:chgData name="坂本 慧" userId="5feb6440-eb45-4c09-902d-2ebbe8048c41" providerId="ADAL" clId="{56447402-45BC-42A8-B7DC-3903C332109E}" dt="2026-08-26T23:29:13.749" v="9330"/>
          <ac:cxnSpMkLst>
            <pc:docMk/>
            <pc:sldMk cId="3689873737" sldId="2841"/>
            <ac:cxnSpMk id="15" creationId="{593AF5A7-0108-F1C8-716A-6428276818F0}"/>
          </ac:cxnSpMkLst>
        </pc:cxnChg>
        <pc:cxnChg chg="mod">
          <ac:chgData name="坂本 慧" userId="5feb6440-eb45-4c09-902d-2ebbe8048c41" providerId="ADAL" clId="{56447402-45BC-42A8-B7DC-3903C332109E}" dt="2026-08-26T23:29:13.749" v="9330"/>
          <ac:cxnSpMkLst>
            <pc:docMk/>
            <pc:sldMk cId="3689873737" sldId="2841"/>
            <ac:cxnSpMk id="16" creationId="{1579E25F-0D55-9745-6D5F-F3B4692F7402}"/>
          </ac:cxnSpMkLst>
        </pc:cxnChg>
      </pc:sldChg>
      <pc:sldChg chg="addSp modSp new mod">
        <pc:chgData name="坂本 慧" userId="5feb6440-eb45-4c09-902d-2ebbe8048c41" providerId="ADAL" clId="{56447402-45BC-42A8-B7DC-3903C332109E}" dt="2026-08-27T00:41:11.742" v="13138" actId="207"/>
        <pc:sldMkLst>
          <pc:docMk/>
          <pc:sldMk cId="1024395999" sldId="2842"/>
        </pc:sldMkLst>
        <pc:spChg chg="add mod">
          <ac:chgData name="坂本 慧" userId="5feb6440-eb45-4c09-902d-2ebbe8048c41" providerId="ADAL" clId="{56447402-45BC-42A8-B7DC-3903C332109E}" dt="2026-08-27T00:40:27.561" v="13129" actId="207"/>
          <ac:spMkLst>
            <pc:docMk/>
            <pc:sldMk cId="1024395999" sldId="2842"/>
            <ac:spMk id="50" creationId="{27A61A8D-18F9-F2AE-2F9E-2703A10213CD}"/>
          </ac:spMkLst>
        </pc:spChg>
        <pc:spChg chg="add mod">
          <ac:chgData name="坂本 慧" userId="5feb6440-eb45-4c09-902d-2ebbe8048c41" providerId="ADAL" clId="{56447402-45BC-42A8-B7DC-3903C332109E}" dt="2026-08-27T00:41:11.742" v="13138" actId="207"/>
          <ac:spMkLst>
            <pc:docMk/>
            <pc:sldMk cId="1024395999" sldId="2842"/>
            <ac:spMk id="54" creationId="{6ACDBC53-4F81-BA86-E691-B8286287AB67}"/>
          </ac:spMkLst>
        </pc:spChg>
        <pc:spChg chg="add mod">
          <ac:chgData name="坂本 慧" userId="5feb6440-eb45-4c09-902d-2ebbe8048c41" providerId="ADAL" clId="{56447402-45BC-42A8-B7DC-3903C332109E}" dt="2026-08-27T00:41:11.742" v="13138" actId="207"/>
          <ac:spMkLst>
            <pc:docMk/>
            <pc:sldMk cId="1024395999" sldId="2842"/>
            <ac:spMk id="55" creationId="{D16E385B-556B-C9F9-E776-0FD2A2D8D1D3}"/>
          </ac:spMkLst>
        </pc:spChg>
        <pc:spChg chg="mod">
          <ac:chgData name="坂本 慧" userId="5feb6440-eb45-4c09-902d-2ebbe8048c41" providerId="ADAL" clId="{56447402-45BC-42A8-B7DC-3903C332109E}" dt="2026-08-27T00:41:11.742" v="13138" actId="207"/>
          <ac:spMkLst>
            <pc:docMk/>
            <pc:sldMk cId="1024395999" sldId="2842"/>
            <ac:spMk id="63" creationId="{07E94E5E-96B9-1824-C2BA-37588C2FA942}"/>
          </ac:spMkLst>
        </pc:spChg>
        <pc:spChg chg="add mod">
          <ac:chgData name="坂本 慧" userId="5feb6440-eb45-4c09-902d-2ebbe8048c41" providerId="ADAL" clId="{56447402-45BC-42A8-B7DC-3903C332109E}" dt="2026-08-27T00:41:11.742" v="13138" actId="207"/>
          <ac:spMkLst>
            <pc:docMk/>
            <pc:sldMk cId="1024395999" sldId="2842"/>
            <ac:spMk id="64" creationId="{84B81B6A-E27D-6B1A-925E-FB159679774C}"/>
          </ac:spMkLst>
        </pc:spChg>
        <pc:spChg chg="add mod">
          <ac:chgData name="坂本 慧" userId="5feb6440-eb45-4c09-902d-2ebbe8048c41" providerId="ADAL" clId="{56447402-45BC-42A8-B7DC-3903C332109E}" dt="2026-08-27T00:41:11.742" v="13138" actId="207"/>
          <ac:spMkLst>
            <pc:docMk/>
            <pc:sldMk cId="1024395999" sldId="2842"/>
            <ac:spMk id="65" creationId="{5F2B3A86-020A-5A6C-6620-B99EC601659B}"/>
          </ac:spMkLst>
        </pc:spChg>
        <pc:spChg chg="mod">
          <ac:chgData name="坂本 慧" userId="5feb6440-eb45-4c09-902d-2ebbe8048c41" providerId="ADAL" clId="{56447402-45BC-42A8-B7DC-3903C332109E}" dt="2026-08-27T00:40:54.219" v="13134" actId="207"/>
          <ac:spMkLst>
            <pc:docMk/>
            <pc:sldMk cId="1024395999" sldId="2842"/>
            <ac:spMk id="72" creationId="{7DCDD8FF-0C83-59DC-AD20-9E0BE035EE35}"/>
          </ac:spMkLst>
        </pc:spChg>
        <pc:spChg chg="mod">
          <ac:chgData name="坂本 慧" userId="5feb6440-eb45-4c09-902d-2ebbe8048c41" providerId="ADAL" clId="{56447402-45BC-42A8-B7DC-3903C332109E}" dt="2026-08-27T00:40:57.875" v="13135" actId="207"/>
          <ac:spMkLst>
            <pc:docMk/>
            <pc:sldMk cId="1024395999" sldId="2842"/>
            <ac:spMk id="73" creationId="{3C4F32C5-A7A0-A2AB-C5D0-0F88C2EED857}"/>
          </ac:spMkLst>
        </pc:spChg>
        <pc:spChg chg="add mod">
          <ac:chgData name="坂本 慧" userId="5feb6440-eb45-4c09-902d-2ebbe8048c41" providerId="ADAL" clId="{56447402-45BC-42A8-B7DC-3903C332109E}" dt="2026-08-27T00:41:11.742" v="13138" actId="207"/>
          <ac:spMkLst>
            <pc:docMk/>
            <pc:sldMk cId="1024395999" sldId="2842"/>
            <ac:spMk id="74" creationId="{77C5628C-B0B5-DE94-7EE7-95FF4F7C02A6}"/>
          </ac:spMkLst>
        </pc:spChg>
        <pc:spChg chg="add mod">
          <ac:chgData name="坂本 慧" userId="5feb6440-eb45-4c09-902d-2ebbe8048c41" providerId="ADAL" clId="{56447402-45BC-42A8-B7DC-3903C332109E}" dt="2026-08-27T00:41:11.742" v="13138" actId="207"/>
          <ac:spMkLst>
            <pc:docMk/>
            <pc:sldMk cId="1024395999" sldId="2842"/>
            <ac:spMk id="79" creationId="{E6B4516E-A29F-6E21-A0B8-F1714379BD1E}"/>
          </ac:spMkLst>
        </pc:spChg>
        <pc:spChg chg="add mod">
          <ac:chgData name="坂本 慧" userId="5feb6440-eb45-4c09-902d-2ebbe8048c41" providerId="ADAL" clId="{56447402-45BC-42A8-B7DC-3903C332109E}" dt="2026-08-27T00:41:11.742" v="13138" actId="207"/>
          <ac:spMkLst>
            <pc:docMk/>
            <pc:sldMk cId="1024395999" sldId="2842"/>
            <ac:spMk id="80" creationId="{2139FACE-90F1-9DE2-EE00-EF09186A1372}"/>
          </ac:spMkLst>
        </pc:spChg>
        <pc:spChg chg="mod">
          <ac:chgData name="坂本 慧" userId="5feb6440-eb45-4c09-902d-2ebbe8048c41" providerId="ADAL" clId="{56447402-45BC-42A8-B7DC-3903C332109E}" dt="2026-08-27T00:40:47.186" v="13131" actId="207"/>
          <ac:spMkLst>
            <pc:docMk/>
            <pc:sldMk cId="1024395999" sldId="2842"/>
            <ac:spMk id="82" creationId="{90A77F2E-05AD-92E0-5391-93387853D02C}"/>
          </ac:spMkLst>
        </pc:spChg>
        <pc:spChg chg="add mod">
          <ac:chgData name="坂本 慧" userId="5feb6440-eb45-4c09-902d-2ebbe8048c41" providerId="ADAL" clId="{56447402-45BC-42A8-B7DC-3903C332109E}" dt="2026-08-27T00:41:11.742" v="13138" actId="207"/>
          <ac:spMkLst>
            <pc:docMk/>
            <pc:sldMk cId="1024395999" sldId="2842"/>
            <ac:spMk id="85" creationId="{B1DE2A82-302F-391D-217C-0854D86A84C4}"/>
          </ac:spMkLst>
        </pc:spChg>
        <pc:spChg chg="add mod">
          <ac:chgData name="坂本 慧" userId="5feb6440-eb45-4c09-902d-2ebbe8048c41" providerId="ADAL" clId="{56447402-45BC-42A8-B7DC-3903C332109E}" dt="2026-08-27T00:41:11.742" v="13138" actId="207"/>
          <ac:spMkLst>
            <pc:docMk/>
            <pc:sldMk cId="1024395999" sldId="2842"/>
            <ac:spMk id="86" creationId="{2B6D7DA4-BBFF-18F0-991E-C4F96C3ACDE7}"/>
          </ac:spMkLst>
        </pc:spChg>
        <pc:graphicFrameChg chg="add mod ord modVis">
          <ac:chgData name="坂本 慧" userId="5feb6440-eb45-4c09-902d-2ebbe8048c41" providerId="ADAL" clId="{56447402-45BC-42A8-B7DC-3903C332109E}" dt="2026-08-27T00:23:56.613" v="11364"/>
          <ac:graphicFrameMkLst>
            <pc:docMk/>
            <pc:sldMk cId="1024395999" sldId="2842"/>
            <ac:graphicFrameMk id="88" creationId="{E451ED63-73C8-B4F3-8F04-B1D06CA99FBF}"/>
          </ac:graphicFrameMkLst>
        </pc:graphicFrameChg>
      </pc:sldChg>
      <pc:sldChg chg="addSp modSp new mod">
        <pc:chgData name="坂本 慧" userId="5feb6440-eb45-4c09-902d-2ebbe8048c41" providerId="ADAL" clId="{56447402-45BC-42A8-B7DC-3903C332109E}" dt="2026-08-27T00:41:20.403" v="13139" actId="207"/>
        <pc:sldMkLst>
          <pc:docMk/>
          <pc:sldMk cId="881708950" sldId="2843"/>
        </pc:sldMkLst>
        <pc:spChg chg="add mod">
          <ac:chgData name="坂本 慧" userId="5feb6440-eb45-4c09-902d-2ebbe8048c41" providerId="ADAL" clId="{56447402-45BC-42A8-B7DC-3903C332109E}" dt="2026-08-26T23:43:13.445" v="10895" actId="1035"/>
          <ac:spMkLst>
            <pc:docMk/>
            <pc:sldMk cId="881708950" sldId="2843"/>
            <ac:spMk id="7" creationId="{E5EFCDDC-1EBE-B038-191F-31D3248D2CFC}"/>
          </ac:spMkLst>
        </pc:spChg>
        <pc:spChg chg="add mod">
          <ac:chgData name="坂本 慧" userId="5feb6440-eb45-4c09-902d-2ebbe8048c41" providerId="ADAL" clId="{56447402-45BC-42A8-B7DC-3903C332109E}" dt="2026-08-26T23:43:13.445" v="10895" actId="1035"/>
          <ac:spMkLst>
            <pc:docMk/>
            <pc:sldMk cId="881708950" sldId="2843"/>
            <ac:spMk id="11" creationId="{9BAA1637-E775-F6C1-57FE-6F0591BF051D}"/>
          </ac:spMkLst>
        </pc:spChg>
        <pc:spChg chg="mod">
          <ac:chgData name="坂本 慧" userId="5feb6440-eb45-4c09-902d-2ebbe8048c41" providerId="ADAL" clId="{56447402-45BC-42A8-B7DC-3903C332109E}" dt="2026-08-27T00:41:20.403" v="13139" actId="207"/>
          <ac:spMkLst>
            <pc:docMk/>
            <pc:sldMk cId="881708950" sldId="2843"/>
            <ac:spMk id="13" creationId="{3D17C209-D7D1-E8F2-07DE-D77D97E22DCC}"/>
          </ac:spMkLst>
        </pc:spChg>
        <pc:spChg chg="add mod">
          <ac:chgData name="坂本 慧" userId="5feb6440-eb45-4c09-902d-2ebbe8048c41" providerId="ADAL" clId="{56447402-45BC-42A8-B7DC-3903C332109E}" dt="2026-08-27T00:41:20.403" v="13139" actId="207"/>
          <ac:spMkLst>
            <pc:docMk/>
            <pc:sldMk cId="881708950" sldId="2843"/>
            <ac:spMk id="15" creationId="{609EA25A-C853-48ED-1C85-76B09C2EE9CF}"/>
          </ac:spMkLst>
        </pc:spChg>
        <pc:spChg chg="mod">
          <ac:chgData name="坂本 慧" userId="5feb6440-eb45-4c09-902d-2ebbe8048c41" providerId="ADAL" clId="{56447402-45BC-42A8-B7DC-3903C332109E}" dt="2026-08-27T00:41:20.403" v="13139" actId="207"/>
          <ac:spMkLst>
            <pc:docMk/>
            <pc:sldMk cId="881708950" sldId="2843"/>
            <ac:spMk id="17" creationId="{40A971ED-56B4-AF5C-0D69-AE3F57D9A4DF}"/>
          </ac:spMkLst>
        </pc:spChg>
        <pc:spChg chg="mod">
          <ac:chgData name="坂本 慧" userId="5feb6440-eb45-4c09-902d-2ebbe8048c41" providerId="ADAL" clId="{56447402-45BC-42A8-B7DC-3903C332109E}" dt="2026-08-27T00:41:20.403" v="13139" actId="207"/>
          <ac:spMkLst>
            <pc:docMk/>
            <pc:sldMk cId="881708950" sldId="2843"/>
            <ac:spMk id="19" creationId="{9FC3FDC5-939F-1225-1742-CA9A74303291}"/>
          </ac:spMkLst>
        </pc:spChg>
        <pc:spChg chg="add mod">
          <ac:chgData name="坂本 慧" userId="5feb6440-eb45-4c09-902d-2ebbe8048c41" providerId="ADAL" clId="{56447402-45BC-42A8-B7DC-3903C332109E}" dt="2026-08-26T23:43:13.445" v="10895" actId="1035"/>
          <ac:spMkLst>
            <pc:docMk/>
            <pc:sldMk cId="881708950" sldId="2843"/>
            <ac:spMk id="25" creationId="{FEC8346A-FF9F-14D7-7786-D5B6DD2D25B3}"/>
          </ac:spMkLst>
        </pc:spChg>
        <pc:spChg chg="add mod">
          <ac:chgData name="坂本 慧" userId="5feb6440-eb45-4c09-902d-2ebbe8048c41" providerId="ADAL" clId="{56447402-45BC-42A8-B7DC-3903C332109E}" dt="2026-08-26T23:43:13.445" v="10895" actId="1035"/>
          <ac:spMkLst>
            <pc:docMk/>
            <pc:sldMk cId="881708950" sldId="2843"/>
            <ac:spMk id="27" creationId="{BE722230-CE10-7910-931B-B5C137159969}"/>
          </ac:spMkLst>
        </pc:spChg>
        <pc:spChg chg="add mod">
          <ac:chgData name="坂本 慧" userId="5feb6440-eb45-4c09-902d-2ebbe8048c41" providerId="ADAL" clId="{56447402-45BC-42A8-B7DC-3903C332109E}" dt="2026-08-27T00:41:20.403" v="13139" actId="207"/>
          <ac:spMkLst>
            <pc:docMk/>
            <pc:sldMk cId="881708950" sldId="2843"/>
            <ac:spMk id="29" creationId="{17226FBE-324C-7C64-A8FA-04BC853F6A5F}"/>
          </ac:spMkLst>
        </pc:spChg>
        <pc:spChg chg="add mod">
          <ac:chgData name="坂本 慧" userId="5feb6440-eb45-4c09-902d-2ebbe8048c41" providerId="ADAL" clId="{56447402-45BC-42A8-B7DC-3903C332109E}" dt="2026-08-27T00:41:20.403" v="13139" actId="207"/>
          <ac:spMkLst>
            <pc:docMk/>
            <pc:sldMk cId="881708950" sldId="2843"/>
            <ac:spMk id="31" creationId="{3E584856-E22D-B69A-911A-04EE80A66E9B}"/>
          </ac:spMkLst>
        </pc:spChg>
        <pc:spChg chg="add mod">
          <ac:chgData name="坂本 慧" userId="5feb6440-eb45-4c09-902d-2ebbe8048c41" providerId="ADAL" clId="{56447402-45BC-42A8-B7DC-3903C332109E}" dt="2026-08-27T00:41:20.403" v="13139" actId="207"/>
          <ac:spMkLst>
            <pc:docMk/>
            <pc:sldMk cId="881708950" sldId="2843"/>
            <ac:spMk id="33" creationId="{C29EC203-88CD-245D-5BE4-A6919B0BBB8E}"/>
          </ac:spMkLst>
        </pc:spChg>
        <pc:spChg chg="add mod">
          <ac:chgData name="坂本 慧" userId="5feb6440-eb45-4c09-902d-2ebbe8048c41" providerId="ADAL" clId="{56447402-45BC-42A8-B7DC-3903C332109E}" dt="2026-08-27T00:41:20.403" v="13139" actId="207"/>
          <ac:spMkLst>
            <pc:docMk/>
            <pc:sldMk cId="881708950" sldId="2843"/>
            <ac:spMk id="35" creationId="{2B1DF692-84AD-15F0-9442-76BCBD2308DD}"/>
          </ac:spMkLst>
        </pc:spChg>
        <pc:spChg chg="add mod">
          <ac:chgData name="坂本 慧" userId="5feb6440-eb45-4c09-902d-2ebbe8048c41" providerId="ADAL" clId="{56447402-45BC-42A8-B7DC-3903C332109E}" dt="2026-08-26T23:43:13.445" v="10895" actId="1035"/>
          <ac:spMkLst>
            <pc:docMk/>
            <pc:sldMk cId="881708950" sldId="2843"/>
            <ac:spMk id="37" creationId="{5EF5E848-DDBD-B202-25F3-DC8BC4EBBB0B}"/>
          </ac:spMkLst>
        </pc:spChg>
        <pc:graphicFrameChg chg="add mod ord modVis">
          <ac:chgData name="坂本 慧" userId="5feb6440-eb45-4c09-902d-2ebbe8048c41" providerId="ADAL" clId="{56447402-45BC-42A8-B7DC-3903C332109E}" dt="2026-08-27T00:23:56.498" v="11182"/>
          <ac:graphicFrameMkLst>
            <pc:docMk/>
            <pc:sldMk cId="881708950" sldId="2843"/>
            <ac:graphicFrameMk id="38" creationId="{73830ED0-C36D-5037-44D9-E1E067C87CC0}"/>
          </ac:graphicFrameMkLst>
        </pc:graphicFrameChg>
      </pc:sldChg>
      <pc:sldChg chg="addSp modSp new mod">
        <pc:chgData name="坂本 慧" userId="5feb6440-eb45-4c09-902d-2ebbe8048c41" providerId="ADAL" clId="{56447402-45BC-42A8-B7DC-3903C332109E}" dt="2026-08-27T00:41:24.732" v="13140" actId="207"/>
        <pc:sldMkLst>
          <pc:docMk/>
          <pc:sldMk cId="3277812139" sldId="2844"/>
        </pc:sldMkLst>
        <pc:spChg chg="add mod">
          <ac:chgData name="坂本 慧" userId="5feb6440-eb45-4c09-902d-2ebbe8048c41" providerId="ADAL" clId="{56447402-45BC-42A8-B7DC-3903C332109E}" dt="2026-08-26T23:43:59.652" v="10911" actId="208"/>
          <ac:spMkLst>
            <pc:docMk/>
            <pc:sldMk cId="3277812139" sldId="2844"/>
            <ac:spMk id="7" creationId="{C54D04A7-1C0F-6DC6-0584-AADCA8B9A9E9}"/>
          </ac:spMkLst>
        </pc:spChg>
        <pc:spChg chg="add mod">
          <ac:chgData name="坂本 慧" userId="5feb6440-eb45-4c09-902d-2ebbe8048c41" providerId="ADAL" clId="{56447402-45BC-42A8-B7DC-3903C332109E}" dt="2026-08-26T23:43:59.652" v="10911" actId="208"/>
          <ac:spMkLst>
            <pc:docMk/>
            <pc:sldMk cId="3277812139" sldId="2844"/>
            <ac:spMk id="9" creationId="{CC4BC6FE-2D73-06DB-75BC-95250C85E04D}"/>
          </ac:spMkLst>
        </pc:spChg>
        <pc:spChg chg="add mod">
          <ac:chgData name="坂本 慧" userId="5feb6440-eb45-4c09-902d-2ebbe8048c41" providerId="ADAL" clId="{56447402-45BC-42A8-B7DC-3903C332109E}" dt="2026-08-26T23:43:59.652" v="10911" actId="208"/>
          <ac:spMkLst>
            <pc:docMk/>
            <pc:sldMk cId="3277812139" sldId="2844"/>
            <ac:spMk id="11" creationId="{2633C059-6E19-F031-4E72-6EB5D0A9F26E}"/>
          </ac:spMkLst>
        </pc:spChg>
        <pc:spChg chg="add mod">
          <ac:chgData name="坂本 慧" userId="5feb6440-eb45-4c09-902d-2ebbe8048c41" providerId="ADAL" clId="{56447402-45BC-42A8-B7DC-3903C332109E}" dt="2026-08-26T23:43:59.652" v="10911" actId="208"/>
          <ac:spMkLst>
            <pc:docMk/>
            <pc:sldMk cId="3277812139" sldId="2844"/>
            <ac:spMk id="13" creationId="{F1777CD3-29EA-796C-63AB-A86EC1AD6897}"/>
          </ac:spMkLst>
        </pc:spChg>
        <pc:spChg chg="add mod">
          <ac:chgData name="坂本 慧" userId="5feb6440-eb45-4c09-902d-2ebbe8048c41" providerId="ADAL" clId="{56447402-45BC-42A8-B7DC-3903C332109E}" dt="2026-08-27T00:41:24.732" v="13140" actId="207"/>
          <ac:spMkLst>
            <pc:docMk/>
            <pc:sldMk cId="3277812139" sldId="2844"/>
            <ac:spMk id="15" creationId="{1FF23E26-318D-20EE-9E43-19766D0E2B31}"/>
          </ac:spMkLst>
        </pc:spChg>
        <pc:spChg chg="add mod">
          <ac:chgData name="坂本 慧" userId="5feb6440-eb45-4c09-902d-2ebbe8048c41" providerId="ADAL" clId="{56447402-45BC-42A8-B7DC-3903C332109E}" dt="2026-08-27T00:41:24.732" v="13140" actId="207"/>
          <ac:spMkLst>
            <pc:docMk/>
            <pc:sldMk cId="3277812139" sldId="2844"/>
            <ac:spMk id="17" creationId="{6CF01E8D-49A5-5F72-5BDB-2884A99A3D35}"/>
          </ac:spMkLst>
        </pc:spChg>
        <pc:spChg chg="add mod">
          <ac:chgData name="坂本 慧" userId="5feb6440-eb45-4c09-902d-2ebbe8048c41" providerId="ADAL" clId="{56447402-45BC-42A8-B7DC-3903C332109E}" dt="2026-08-27T00:41:24.732" v="13140" actId="207"/>
          <ac:spMkLst>
            <pc:docMk/>
            <pc:sldMk cId="3277812139" sldId="2844"/>
            <ac:spMk id="19" creationId="{F269DA39-00ED-DC26-2482-6325E9FC15CD}"/>
          </ac:spMkLst>
        </pc:spChg>
        <pc:spChg chg="add mod">
          <ac:chgData name="坂本 慧" userId="5feb6440-eb45-4c09-902d-2ebbe8048c41" providerId="ADAL" clId="{56447402-45BC-42A8-B7DC-3903C332109E}" dt="2026-08-27T00:41:24.732" v="13140" actId="207"/>
          <ac:spMkLst>
            <pc:docMk/>
            <pc:sldMk cId="3277812139" sldId="2844"/>
            <ac:spMk id="21" creationId="{F4A3C8C8-DFB2-6F4A-01B7-2662436CF57F}"/>
          </ac:spMkLst>
        </pc:spChg>
        <pc:graphicFrameChg chg="add mod ord modVis">
          <ac:chgData name="坂本 慧" userId="5feb6440-eb45-4c09-902d-2ebbe8048c41" providerId="ADAL" clId="{56447402-45BC-42A8-B7DC-3903C332109E}" dt="2026-08-27T00:23:56.551" v="11266"/>
          <ac:graphicFrameMkLst>
            <pc:docMk/>
            <pc:sldMk cId="3277812139" sldId="2844"/>
            <ac:graphicFrameMk id="22" creationId="{0CEF792B-A686-4BE0-90B0-32041A004F19}"/>
          </ac:graphicFrameMkLst>
        </pc:graphicFrameChg>
      </pc:sldChg>
      <pc:sldChg chg="addSp modSp new mod">
        <pc:chgData name="坂本 慧" userId="5feb6440-eb45-4c09-902d-2ebbe8048c41" providerId="ADAL" clId="{56447402-45BC-42A8-B7DC-3903C332109E}" dt="2026-08-27T00:41:58.380" v="13144" actId="207"/>
        <pc:sldMkLst>
          <pc:docMk/>
          <pc:sldMk cId="4101401381" sldId="2845"/>
        </pc:sldMkLst>
        <pc:spChg chg="mod">
          <ac:chgData name="坂本 慧" userId="5feb6440-eb45-4c09-902d-2ebbe8048c41" providerId="ADAL" clId="{56447402-45BC-42A8-B7DC-3903C332109E}" dt="2026-08-27T00:41:37.574" v="13142" actId="208"/>
          <ac:spMkLst>
            <pc:docMk/>
            <pc:sldMk cId="4101401381" sldId="2845"/>
            <ac:spMk id="6" creationId="{B5B86EAD-A03E-3532-A250-2A9CA606A286}"/>
          </ac:spMkLst>
        </pc:spChg>
        <pc:spChg chg="add mod">
          <ac:chgData name="坂本 慧" userId="5feb6440-eb45-4c09-902d-2ebbe8048c41" providerId="ADAL" clId="{56447402-45BC-42A8-B7DC-3903C332109E}" dt="2026-08-27T00:41:58.380" v="13144" actId="207"/>
          <ac:spMkLst>
            <pc:docMk/>
            <pc:sldMk cId="4101401381" sldId="2845"/>
            <ac:spMk id="7" creationId="{92704B4E-DB3C-FCA4-8986-429CA5E2CEC5}"/>
          </ac:spMkLst>
        </pc:spChg>
        <pc:spChg chg="add mod">
          <ac:chgData name="坂本 慧" userId="5feb6440-eb45-4c09-902d-2ebbe8048c41" providerId="ADAL" clId="{56447402-45BC-42A8-B7DC-3903C332109E}" dt="2026-08-27T00:41:58.380" v="13144" actId="207"/>
          <ac:spMkLst>
            <pc:docMk/>
            <pc:sldMk cId="4101401381" sldId="2845"/>
            <ac:spMk id="8" creationId="{E05A4D22-6756-F5CD-DDEE-E8CCA983149E}"/>
          </ac:spMkLst>
        </pc:spChg>
        <pc:spChg chg="add mod">
          <ac:chgData name="坂本 慧" userId="5feb6440-eb45-4c09-902d-2ebbe8048c41" providerId="ADAL" clId="{56447402-45BC-42A8-B7DC-3903C332109E}" dt="2026-08-27T00:41:58.380" v="13144" actId="207"/>
          <ac:spMkLst>
            <pc:docMk/>
            <pc:sldMk cId="4101401381" sldId="2845"/>
            <ac:spMk id="9" creationId="{9A2DD23D-2D9B-D205-D528-204B6F9A3ADB}"/>
          </ac:spMkLst>
        </pc:spChg>
        <pc:spChg chg="mod">
          <ac:chgData name="坂本 慧" userId="5feb6440-eb45-4c09-902d-2ebbe8048c41" providerId="ADAL" clId="{56447402-45BC-42A8-B7DC-3903C332109E}" dt="2026-08-26T23:44:57.912" v="10922"/>
          <ac:spMkLst>
            <pc:docMk/>
            <pc:sldMk cId="4101401381" sldId="2845"/>
            <ac:spMk id="11" creationId="{A1E27D65-3F14-E35A-0ACE-C1D7B50785E3}"/>
          </ac:spMkLst>
        </pc:spChg>
        <pc:spChg chg="mod">
          <ac:chgData name="坂本 慧" userId="5feb6440-eb45-4c09-902d-2ebbe8048c41" providerId="ADAL" clId="{56447402-45BC-42A8-B7DC-3903C332109E}" dt="2026-08-26T23:44:57.912" v="10922"/>
          <ac:spMkLst>
            <pc:docMk/>
            <pc:sldMk cId="4101401381" sldId="2845"/>
            <ac:spMk id="12" creationId="{12126800-8FCE-73BE-A844-08C0951F0919}"/>
          </ac:spMkLst>
        </pc:spChg>
        <pc:spChg chg="mod">
          <ac:chgData name="坂本 慧" userId="5feb6440-eb45-4c09-902d-2ebbe8048c41" providerId="ADAL" clId="{56447402-45BC-42A8-B7DC-3903C332109E}" dt="2026-08-26T23:44:57.912" v="10922"/>
          <ac:spMkLst>
            <pc:docMk/>
            <pc:sldMk cId="4101401381" sldId="2845"/>
            <ac:spMk id="13" creationId="{B138937D-4BA6-DB37-B102-439CE010BE10}"/>
          </ac:spMkLst>
        </pc:spChg>
        <pc:spChg chg="mod">
          <ac:chgData name="坂本 慧" userId="5feb6440-eb45-4c09-902d-2ebbe8048c41" providerId="ADAL" clId="{56447402-45BC-42A8-B7DC-3903C332109E}" dt="2026-08-26T23:44:57.912" v="10922"/>
          <ac:spMkLst>
            <pc:docMk/>
            <pc:sldMk cId="4101401381" sldId="2845"/>
            <ac:spMk id="14" creationId="{BA22685C-FA49-9101-71B4-21924A9B3D97}"/>
          </ac:spMkLst>
        </pc:spChg>
        <pc:spChg chg="mod">
          <ac:chgData name="坂本 慧" userId="5feb6440-eb45-4c09-902d-2ebbe8048c41" providerId="ADAL" clId="{56447402-45BC-42A8-B7DC-3903C332109E}" dt="2026-08-26T23:44:57.912" v="10922"/>
          <ac:spMkLst>
            <pc:docMk/>
            <pc:sldMk cId="4101401381" sldId="2845"/>
            <ac:spMk id="16" creationId="{9AD9670A-392E-9D65-5284-1BDC5EBC9B32}"/>
          </ac:spMkLst>
        </pc:spChg>
        <pc:spChg chg="mod">
          <ac:chgData name="坂本 慧" userId="5feb6440-eb45-4c09-902d-2ebbe8048c41" providerId="ADAL" clId="{56447402-45BC-42A8-B7DC-3903C332109E}" dt="2026-08-26T23:44:57.912" v="10922"/>
          <ac:spMkLst>
            <pc:docMk/>
            <pc:sldMk cId="4101401381" sldId="2845"/>
            <ac:spMk id="17" creationId="{C82A59DF-00B5-B0B8-B0CF-40589BFB32DB}"/>
          </ac:spMkLst>
        </pc:spChg>
        <pc:spChg chg="mod">
          <ac:chgData name="坂本 慧" userId="5feb6440-eb45-4c09-902d-2ebbe8048c41" providerId="ADAL" clId="{56447402-45BC-42A8-B7DC-3903C332109E}" dt="2026-08-26T23:44:57.912" v="10922"/>
          <ac:spMkLst>
            <pc:docMk/>
            <pc:sldMk cId="4101401381" sldId="2845"/>
            <ac:spMk id="18" creationId="{C308C4F6-AB0A-F3B1-67D0-9D274FB40EB4}"/>
          </ac:spMkLst>
        </pc:spChg>
        <pc:grpChg chg="mod">
          <ac:chgData name="坂本 慧" userId="5feb6440-eb45-4c09-902d-2ebbe8048c41" providerId="ADAL" clId="{56447402-45BC-42A8-B7DC-3903C332109E}" dt="2026-08-27T00:41:58.380" v="13144" actId="207"/>
          <ac:grpSpMkLst>
            <pc:docMk/>
            <pc:sldMk cId="4101401381" sldId="2845"/>
            <ac:grpSpMk id="10" creationId="{A495D58F-FBB2-893E-09AA-64C3D3B75B95}"/>
          </ac:grpSpMkLst>
        </pc:grpChg>
        <pc:graphicFrameChg chg="add mod ord modVis">
          <ac:chgData name="坂本 慧" userId="5feb6440-eb45-4c09-902d-2ebbe8048c41" providerId="ADAL" clId="{56447402-45BC-42A8-B7DC-3903C332109E}" dt="2026-08-27T00:23:56.596" v="11336"/>
          <ac:graphicFrameMkLst>
            <pc:docMk/>
            <pc:sldMk cId="4101401381" sldId="2845"/>
            <ac:graphicFrameMk id="19" creationId="{9219B825-65ED-7605-0CC9-EC1AF3D8F177}"/>
          </ac:graphicFrameMkLst>
        </pc:graphicFrameChg>
      </pc:sldChg>
      <pc:sldChg chg="addSp modSp new mod">
        <pc:chgData name="坂本 慧" userId="5feb6440-eb45-4c09-902d-2ebbe8048c41" providerId="ADAL" clId="{56447402-45BC-42A8-B7DC-3903C332109E}" dt="2026-08-27T00:42:09.226" v="13145" actId="207"/>
        <pc:sldMkLst>
          <pc:docMk/>
          <pc:sldMk cId="1470741583" sldId="2846"/>
        </pc:sldMkLst>
        <pc:spChg chg="mod">
          <ac:chgData name="坂本 慧" userId="5feb6440-eb45-4c09-902d-2ebbe8048c41" providerId="ADAL" clId="{56447402-45BC-42A8-B7DC-3903C332109E}" dt="2026-08-26T23:45:16.898" v="10928"/>
          <ac:spMkLst>
            <pc:docMk/>
            <pc:sldMk cId="1470741583" sldId="2846"/>
            <ac:spMk id="8" creationId="{69CB1BD1-73D1-A0AD-A8C4-6B8759149482}"/>
          </ac:spMkLst>
        </pc:spChg>
        <pc:spChg chg="add mod">
          <ac:chgData name="坂本 慧" userId="5feb6440-eb45-4c09-902d-2ebbe8048c41" providerId="ADAL" clId="{56447402-45BC-42A8-B7DC-3903C332109E}" dt="2026-08-26T23:45:16.898" v="10928"/>
          <ac:spMkLst>
            <pc:docMk/>
            <pc:sldMk cId="1470741583" sldId="2846"/>
            <ac:spMk id="19" creationId="{FDE78347-913A-E5B2-FA19-01F3101D0C72}"/>
          </ac:spMkLst>
        </pc:spChg>
        <pc:spChg chg="mod">
          <ac:chgData name="坂本 慧" userId="5feb6440-eb45-4c09-902d-2ebbe8048c41" providerId="ADAL" clId="{56447402-45BC-42A8-B7DC-3903C332109E}" dt="2026-08-26T23:45:16.898" v="10928"/>
          <ac:spMkLst>
            <pc:docMk/>
            <pc:sldMk cId="1470741583" sldId="2846"/>
            <ac:spMk id="26" creationId="{4A6EB65C-F28A-7D68-12CF-479F795F024A}"/>
          </ac:spMkLst>
        </pc:spChg>
        <pc:spChg chg="mod">
          <ac:chgData name="坂本 慧" userId="5feb6440-eb45-4c09-902d-2ebbe8048c41" providerId="ADAL" clId="{56447402-45BC-42A8-B7DC-3903C332109E}" dt="2026-08-26T23:45:16.898" v="10928"/>
          <ac:spMkLst>
            <pc:docMk/>
            <pc:sldMk cId="1470741583" sldId="2846"/>
            <ac:spMk id="27" creationId="{B65FE374-10AD-E37F-B6E9-523854E167DF}"/>
          </ac:spMkLst>
        </pc:spChg>
        <pc:spChg chg="mod">
          <ac:chgData name="坂本 慧" userId="5feb6440-eb45-4c09-902d-2ebbe8048c41" providerId="ADAL" clId="{56447402-45BC-42A8-B7DC-3903C332109E}" dt="2026-08-26T23:45:16.898" v="10928"/>
          <ac:spMkLst>
            <pc:docMk/>
            <pc:sldMk cId="1470741583" sldId="2846"/>
            <ac:spMk id="28" creationId="{1190729F-487A-5BDC-00DB-376C3F23F09B}"/>
          </ac:spMkLst>
        </pc:spChg>
        <pc:spChg chg="add mod">
          <ac:chgData name="坂本 慧" userId="5feb6440-eb45-4c09-902d-2ebbe8048c41" providerId="ADAL" clId="{56447402-45BC-42A8-B7DC-3903C332109E}" dt="2026-08-26T23:45:16.898" v="10928"/>
          <ac:spMkLst>
            <pc:docMk/>
            <pc:sldMk cId="1470741583" sldId="2846"/>
            <ac:spMk id="34" creationId="{07BE550C-3749-CF65-50CB-0C2C5F92B0EF}"/>
          </ac:spMkLst>
        </pc:spChg>
        <pc:spChg chg="add mod">
          <ac:chgData name="坂本 慧" userId="5feb6440-eb45-4c09-902d-2ebbe8048c41" providerId="ADAL" clId="{56447402-45BC-42A8-B7DC-3903C332109E}" dt="2026-08-26T23:45:16.898" v="10928"/>
          <ac:spMkLst>
            <pc:docMk/>
            <pc:sldMk cId="1470741583" sldId="2846"/>
            <ac:spMk id="41" creationId="{7DA9FDF0-EB7A-ACD5-D110-588DC9EDE325}"/>
          </ac:spMkLst>
        </pc:spChg>
        <pc:spChg chg="mod">
          <ac:chgData name="坂本 慧" userId="5feb6440-eb45-4c09-902d-2ebbe8048c41" providerId="ADAL" clId="{56447402-45BC-42A8-B7DC-3903C332109E}" dt="2026-08-27T00:42:09.226" v="13145" actId="207"/>
          <ac:spMkLst>
            <pc:docMk/>
            <pc:sldMk cId="1470741583" sldId="2846"/>
            <ac:spMk id="48" creationId="{B2534B80-7AC7-59C8-C499-F53996A4B263}"/>
          </ac:spMkLst>
        </pc:spChg>
        <pc:spChg chg="add mod">
          <ac:chgData name="坂本 慧" userId="5feb6440-eb45-4c09-902d-2ebbe8048c41" providerId="ADAL" clId="{56447402-45BC-42A8-B7DC-3903C332109E}" dt="2026-08-26T23:45:16.898" v="10928"/>
          <ac:spMkLst>
            <pc:docMk/>
            <pc:sldMk cId="1470741583" sldId="2846"/>
            <ac:spMk id="51" creationId="{A1125665-F775-60D2-C76C-C1FAFD27BCFD}"/>
          </ac:spMkLst>
        </pc:spChg>
        <pc:spChg chg="add mod">
          <ac:chgData name="坂本 慧" userId="5feb6440-eb45-4c09-902d-2ebbe8048c41" providerId="ADAL" clId="{56447402-45BC-42A8-B7DC-3903C332109E}" dt="2026-08-26T23:45:16.898" v="10928"/>
          <ac:spMkLst>
            <pc:docMk/>
            <pc:sldMk cId="1470741583" sldId="2846"/>
            <ac:spMk id="55" creationId="{9322A78D-5F3A-3D88-9733-1ACD7E1DF611}"/>
          </ac:spMkLst>
        </pc:spChg>
        <pc:spChg chg="add mod">
          <ac:chgData name="坂本 慧" userId="5feb6440-eb45-4c09-902d-2ebbe8048c41" providerId="ADAL" clId="{56447402-45BC-42A8-B7DC-3903C332109E}" dt="2026-08-26T23:45:16.898" v="10928"/>
          <ac:spMkLst>
            <pc:docMk/>
            <pc:sldMk cId="1470741583" sldId="2846"/>
            <ac:spMk id="61" creationId="{DDDA6339-B292-A0A1-85C8-BF0D7E31C472}"/>
          </ac:spMkLst>
        </pc:spChg>
        <pc:graphicFrameChg chg="add mod ord modVis">
          <ac:chgData name="坂本 慧" userId="5feb6440-eb45-4c09-902d-2ebbe8048c41" providerId="ADAL" clId="{56447402-45BC-42A8-B7DC-3903C332109E}" dt="2026-08-27T00:23:56.542" v="11252"/>
          <ac:graphicFrameMkLst>
            <pc:docMk/>
            <pc:sldMk cId="1470741583" sldId="2846"/>
            <ac:graphicFrameMk id="62" creationId="{4C8FB54C-240E-7DC2-2635-DA6A9AF964E2}"/>
          </ac:graphicFrameMkLst>
        </pc:graphicFrameChg>
      </pc:sldChg>
      <pc:sldChg chg="addSp modSp new mod">
        <pc:chgData name="坂本 慧" userId="5feb6440-eb45-4c09-902d-2ebbe8048c41" providerId="ADAL" clId="{56447402-45BC-42A8-B7DC-3903C332109E}" dt="2026-08-27T00:23:56.621" v="11378"/>
        <pc:sldMkLst>
          <pc:docMk/>
          <pc:sldMk cId="1082560582" sldId="2847"/>
        </pc:sldMkLst>
        <pc:spChg chg="add mod">
          <ac:chgData name="坂本 慧" userId="5feb6440-eb45-4c09-902d-2ebbe8048c41" providerId="ADAL" clId="{56447402-45BC-42A8-B7DC-3903C332109E}" dt="2026-08-26T23:45:28.925" v="10931"/>
          <ac:spMkLst>
            <pc:docMk/>
            <pc:sldMk cId="1082560582" sldId="2847"/>
            <ac:spMk id="12" creationId="{84BB99ED-E653-0F92-7081-32909F9C5E3E}"/>
          </ac:spMkLst>
        </pc:spChg>
        <pc:spChg chg="add mod">
          <ac:chgData name="坂本 慧" userId="5feb6440-eb45-4c09-902d-2ebbe8048c41" providerId="ADAL" clId="{56447402-45BC-42A8-B7DC-3903C332109E}" dt="2026-08-26T23:45:28.925" v="10931"/>
          <ac:spMkLst>
            <pc:docMk/>
            <pc:sldMk cId="1082560582" sldId="2847"/>
            <ac:spMk id="18" creationId="{46C8ABFB-9503-175A-1034-F18A9644EE96}"/>
          </ac:spMkLst>
        </pc:spChg>
        <pc:spChg chg="add mod">
          <ac:chgData name="坂本 慧" userId="5feb6440-eb45-4c09-902d-2ebbe8048c41" providerId="ADAL" clId="{56447402-45BC-42A8-B7DC-3903C332109E}" dt="2026-08-26T23:45:28.925" v="10931"/>
          <ac:spMkLst>
            <pc:docMk/>
            <pc:sldMk cId="1082560582" sldId="2847"/>
            <ac:spMk id="26" creationId="{54C17A48-EDB9-3396-13ED-7F0561FAD5FC}"/>
          </ac:spMkLst>
        </pc:spChg>
        <pc:spChg chg="add mod">
          <ac:chgData name="坂本 慧" userId="5feb6440-eb45-4c09-902d-2ebbe8048c41" providerId="ADAL" clId="{56447402-45BC-42A8-B7DC-3903C332109E}" dt="2026-08-26T23:45:28.925" v="10931"/>
          <ac:spMkLst>
            <pc:docMk/>
            <pc:sldMk cId="1082560582" sldId="2847"/>
            <ac:spMk id="52" creationId="{61833DB9-0470-7D3B-92C0-63D01177B107}"/>
          </ac:spMkLst>
        </pc:spChg>
        <pc:spChg chg="add mod">
          <ac:chgData name="坂本 慧" userId="5feb6440-eb45-4c09-902d-2ebbe8048c41" providerId="ADAL" clId="{56447402-45BC-42A8-B7DC-3903C332109E}" dt="2026-08-26T23:45:28.925" v="10931"/>
          <ac:spMkLst>
            <pc:docMk/>
            <pc:sldMk cId="1082560582" sldId="2847"/>
            <ac:spMk id="54" creationId="{2853CD9B-A366-1A49-94D4-BC479E406EE7}"/>
          </ac:spMkLst>
        </pc:spChg>
        <pc:spChg chg="add mod">
          <ac:chgData name="坂本 慧" userId="5feb6440-eb45-4c09-902d-2ebbe8048c41" providerId="ADAL" clId="{56447402-45BC-42A8-B7DC-3903C332109E}" dt="2026-08-26T23:45:28.925" v="10931"/>
          <ac:spMkLst>
            <pc:docMk/>
            <pc:sldMk cId="1082560582" sldId="2847"/>
            <ac:spMk id="58" creationId="{8F9BA453-61F5-7B09-A229-1F533640CE53}"/>
          </ac:spMkLst>
        </pc:spChg>
        <pc:spChg chg="mod">
          <ac:chgData name="坂本 慧" userId="5feb6440-eb45-4c09-902d-2ebbe8048c41" providerId="ADAL" clId="{56447402-45BC-42A8-B7DC-3903C332109E}" dt="2026-08-26T23:45:28.925" v="10931"/>
          <ac:spMkLst>
            <pc:docMk/>
            <pc:sldMk cId="1082560582" sldId="2847"/>
            <ac:spMk id="78" creationId="{A7ADA1F4-88B7-0854-D9CC-49EB416B7F5F}"/>
          </ac:spMkLst>
        </pc:spChg>
        <pc:spChg chg="mod">
          <ac:chgData name="坂本 慧" userId="5feb6440-eb45-4c09-902d-2ebbe8048c41" providerId="ADAL" clId="{56447402-45BC-42A8-B7DC-3903C332109E}" dt="2026-08-26T23:45:28.925" v="10931"/>
          <ac:spMkLst>
            <pc:docMk/>
            <pc:sldMk cId="1082560582" sldId="2847"/>
            <ac:spMk id="91" creationId="{402CD1F0-3332-7A9B-F591-6CD407C9D745}"/>
          </ac:spMkLst>
        </pc:spChg>
        <pc:spChg chg="mod">
          <ac:chgData name="坂本 慧" userId="5feb6440-eb45-4c09-902d-2ebbe8048c41" providerId="ADAL" clId="{56447402-45BC-42A8-B7DC-3903C332109E}" dt="2026-08-26T23:45:28.925" v="10931"/>
          <ac:spMkLst>
            <pc:docMk/>
            <pc:sldMk cId="1082560582" sldId="2847"/>
            <ac:spMk id="92" creationId="{B5872DD9-000C-7A49-A344-921E9A6EDEF0}"/>
          </ac:spMkLst>
        </pc:spChg>
        <pc:spChg chg="add mod">
          <ac:chgData name="坂本 慧" userId="5feb6440-eb45-4c09-902d-2ebbe8048c41" providerId="ADAL" clId="{56447402-45BC-42A8-B7DC-3903C332109E}" dt="2026-08-26T23:45:28.925" v="10931"/>
          <ac:spMkLst>
            <pc:docMk/>
            <pc:sldMk cId="1082560582" sldId="2847"/>
            <ac:spMk id="96" creationId="{DB7CBAC8-ABC0-0681-67E6-943BAB89694E}"/>
          </ac:spMkLst>
        </pc:spChg>
        <pc:graphicFrameChg chg="add mod ord modVis">
          <ac:chgData name="坂本 慧" userId="5feb6440-eb45-4c09-902d-2ebbe8048c41" providerId="ADAL" clId="{56447402-45BC-42A8-B7DC-3903C332109E}" dt="2026-08-27T00:23:56.621" v="11378"/>
          <ac:graphicFrameMkLst>
            <pc:docMk/>
            <pc:sldMk cId="1082560582" sldId="2847"/>
            <ac:graphicFrameMk id="98" creationId="{5FA708F3-2E50-FD6F-CC0B-A194786E1D46}"/>
          </ac:graphicFrameMkLst>
        </pc:graphicFrameChg>
      </pc:sldChg>
      <pc:sldChg chg="addSp modSp new mod">
        <pc:chgData name="坂本 慧" userId="5feb6440-eb45-4c09-902d-2ebbe8048c41" providerId="ADAL" clId="{56447402-45BC-42A8-B7DC-3903C332109E}" dt="2026-08-27T00:42:34.077" v="13147" actId="207"/>
        <pc:sldMkLst>
          <pc:docMk/>
          <pc:sldMk cId="3720975243" sldId="2848"/>
        </pc:sldMkLst>
        <pc:spChg chg="add mod">
          <ac:chgData name="坂本 慧" userId="5feb6440-eb45-4c09-902d-2ebbe8048c41" providerId="ADAL" clId="{56447402-45BC-42A8-B7DC-3903C332109E}" dt="2026-08-27T00:42:34.077" v="13147" actId="207"/>
          <ac:spMkLst>
            <pc:docMk/>
            <pc:sldMk cId="3720975243" sldId="2848"/>
            <ac:spMk id="34819" creationId="{00000000-0000-0000-0000-000000000000}"/>
          </ac:spMkLst>
        </pc:spChg>
        <pc:spChg chg="mod">
          <ac:chgData name="坂本 慧" userId="5feb6440-eb45-4c09-902d-2ebbe8048c41" providerId="ADAL" clId="{56447402-45BC-42A8-B7DC-3903C332109E}" dt="2026-08-27T00:42:34.077" v="13147" actId="207"/>
          <ac:spMkLst>
            <pc:docMk/>
            <pc:sldMk cId="3720975243" sldId="2848"/>
            <ac:spMk id="34820" creationId="{00000000-0000-0000-0000-000000000000}"/>
          </ac:spMkLst>
        </pc:spChg>
        <pc:spChg chg="mod">
          <ac:chgData name="坂本 慧" userId="5feb6440-eb45-4c09-902d-2ebbe8048c41" providerId="ADAL" clId="{56447402-45BC-42A8-B7DC-3903C332109E}" dt="2026-08-27T00:42:34.077" v="13147" actId="207"/>
          <ac:spMkLst>
            <pc:docMk/>
            <pc:sldMk cId="3720975243" sldId="2848"/>
            <ac:spMk id="34821" creationId="{00000000-0000-0000-0000-000000000000}"/>
          </ac:spMkLst>
        </pc:spChg>
        <pc:spChg chg="mod">
          <ac:chgData name="坂本 慧" userId="5feb6440-eb45-4c09-902d-2ebbe8048c41" providerId="ADAL" clId="{56447402-45BC-42A8-B7DC-3903C332109E}" dt="2026-08-27T00:42:34.077" v="13147" actId="207"/>
          <ac:spMkLst>
            <pc:docMk/>
            <pc:sldMk cId="3720975243" sldId="2848"/>
            <ac:spMk id="34822" creationId="{00000000-0000-0000-0000-000000000000}"/>
          </ac:spMkLst>
        </pc:spChg>
        <pc:spChg chg="mod">
          <ac:chgData name="坂本 慧" userId="5feb6440-eb45-4c09-902d-2ebbe8048c41" providerId="ADAL" clId="{56447402-45BC-42A8-B7DC-3903C332109E}" dt="2026-08-27T00:42:28.460" v="13146" actId="207"/>
          <ac:spMkLst>
            <pc:docMk/>
            <pc:sldMk cId="3720975243" sldId="2848"/>
            <ac:spMk id="34823" creationId="{00000000-0000-0000-0000-000000000000}"/>
          </ac:spMkLst>
        </pc:spChg>
        <pc:spChg chg="mod">
          <ac:chgData name="坂本 慧" userId="5feb6440-eb45-4c09-902d-2ebbe8048c41" providerId="ADAL" clId="{56447402-45BC-42A8-B7DC-3903C332109E}" dt="2026-08-27T00:42:28.460" v="13146" actId="207"/>
          <ac:spMkLst>
            <pc:docMk/>
            <pc:sldMk cId="3720975243" sldId="2848"/>
            <ac:spMk id="34824" creationId="{00000000-0000-0000-0000-000000000000}"/>
          </ac:spMkLst>
        </pc:spChg>
        <pc:spChg chg="add mod">
          <ac:chgData name="坂本 慧" userId="5feb6440-eb45-4c09-902d-2ebbe8048c41" providerId="ADAL" clId="{56447402-45BC-42A8-B7DC-3903C332109E}" dt="2026-08-27T00:42:28.460" v="13146" actId="207"/>
          <ac:spMkLst>
            <pc:docMk/>
            <pc:sldMk cId="3720975243" sldId="2848"/>
            <ac:spMk id="34825" creationId="{00000000-0000-0000-0000-000000000000}"/>
          </ac:spMkLst>
        </pc:spChg>
        <pc:spChg chg="mod">
          <ac:chgData name="坂本 慧" userId="5feb6440-eb45-4c09-902d-2ebbe8048c41" providerId="ADAL" clId="{56447402-45BC-42A8-B7DC-3903C332109E}" dt="2026-08-27T00:42:28.460" v="13146" actId="207"/>
          <ac:spMkLst>
            <pc:docMk/>
            <pc:sldMk cId="3720975243" sldId="2848"/>
            <ac:spMk id="34826" creationId="{00000000-0000-0000-0000-000000000000}"/>
          </ac:spMkLst>
        </pc:spChg>
        <pc:spChg chg="add mod">
          <ac:chgData name="坂本 慧" userId="5feb6440-eb45-4c09-902d-2ebbe8048c41" providerId="ADAL" clId="{56447402-45BC-42A8-B7DC-3903C332109E}" dt="2026-08-27T00:42:28.460" v="13146" actId="207"/>
          <ac:spMkLst>
            <pc:docMk/>
            <pc:sldMk cId="3720975243" sldId="2848"/>
            <ac:spMk id="34827" creationId="{00000000-0000-0000-0000-000000000000}"/>
          </ac:spMkLst>
        </pc:spChg>
        <pc:spChg chg="add mod">
          <ac:chgData name="坂本 慧" userId="5feb6440-eb45-4c09-902d-2ebbe8048c41" providerId="ADAL" clId="{56447402-45BC-42A8-B7DC-3903C332109E}" dt="2026-08-26T23:46:01.809" v="10937"/>
          <ac:spMkLst>
            <pc:docMk/>
            <pc:sldMk cId="3720975243" sldId="2848"/>
            <ac:spMk id="34828" creationId="{00000000-0000-0000-0000-000000000000}"/>
          </ac:spMkLst>
        </pc:spChg>
        <pc:spChg chg="add mod">
          <ac:chgData name="坂本 慧" userId="5feb6440-eb45-4c09-902d-2ebbe8048c41" providerId="ADAL" clId="{56447402-45BC-42A8-B7DC-3903C332109E}" dt="2026-08-26T23:46:01.809" v="10937"/>
          <ac:spMkLst>
            <pc:docMk/>
            <pc:sldMk cId="3720975243" sldId="2848"/>
            <ac:spMk id="34829" creationId="{00000000-0000-0000-0000-000000000000}"/>
          </ac:spMkLst>
        </pc:spChg>
        <pc:spChg chg="add mod">
          <ac:chgData name="坂本 慧" userId="5feb6440-eb45-4c09-902d-2ebbe8048c41" providerId="ADAL" clId="{56447402-45BC-42A8-B7DC-3903C332109E}" dt="2026-08-26T23:46:01.809" v="10937"/>
          <ac:spMkLst>
            <pc:docMk/>
            <pc:sldMk cId="3720975243" sldId="2848"/>
            <ac:spMk id="34834" creationId="{00000000-0000-0000-0000-000000000000}"/>
          </ac:spMkLst>
        </pc:spChg>
        <pc:spChg chg="add mod">
          <ac:chgData name="坂本 慧" userId="5feb6440-eb45-4c09-902d-2ebbe8048c41" providerId="ADAL" clId="{56447402-45BC-42A8-B7DC-3903C332109E}" dt="2026-08-26T23:46:01.809" v="10937"/>
          <ac:spMkLst>
            <pc:docMk/>
            <pc:sldMk cId="3720975243" sldId="2848"/>
            <ac:spMk id="34838" creationId="{00000000-0000-0000-0000-000000000000}"/>
          </ac:spMkLst>
        </pc:spChg>
        <pc:spChg chg="add mod">
          <ac:chgData name="坂本 慧" userId="5feb6440-eb45-4c09-902d-2ebbe8048c41" providerId="ADAL" clId="{56447402-45BC-42A8-B7DC-3903C332109E}" dt="2026-08-26T23:46:01.809" v="10937"/>
          <ac:spMkLst>
            <pc:docMk/>
            <pc:sldMk cId="3720975243" sldId="2848"/>
            <ac:spMk id="34842" creationId="{00000000-0000-0000-0000-000000000000}"/>
          </ac:spMkLst>
        </pc:spChg>
        <pc:spChg chg="mod">
          <ac:chgData name="坂本 慧" userId="5feb6440-eb45-4c09-902d-2ebbe8048c41" providerId="ADAL" clId="{56447402-45BC-42A8-B7DC-3903C332109E}" dt="2026-08-27T00:42:28.460" v="13146" actId="207"/>
          <ac:spMkLst>
            <pc:docMk/>
            <pc:sldMk cId="3720975243" sldId="2848"/>
            <ac:spMk id="34844" creationId="{00000000-0000-0000-0000-000000000000}"/>
          </ac:spMkLst>
        </pc:spChg>
        <pc:spChg chg="mod">
          <ac:chgData name="坂本 慧" userId="5feb6440-eb45-4c09-902d-2ebbe8048c41" providerId="ADAL" clId="{56447402-45BC-42A8-B7DC-3903C332109E}" dt="2026-08-27T00:42:28.460" v="13146" actId="207"/>
          <ac:spMkLst>
            <pc:docMk/>
            <pc:sldMk cId="3720975243" sldId="2848"/>
            <ac:spMk id="34845" creationId="{00000000-0000-0000-0000-000000000000}"/>
          </ac:spMkLst>
        </pc:spChg>
        <pc:spChg chg="mod">
          <ac:chgData name="坂本 慧" userId="5feb6440-eb45-4c09-902d-2ebbe8048c41" providerId="ADAL" clId="{56447402-45BC-42A8-B7DC-3903C332109E}" dt="2026-08-27T00:42:28.460" v="13146" actId="207"/>
          <ac:spMkLst>
            <pc:docMk/>
            <pc:sldMk cId="3720975243" sldId="2848"/>
            <ac:spMk id="34846" creationId="{00000000-0000-0000-0000-000000000000}"/>
          </ac:spMkLst>
        </pc:spChg>
        <pc:spChg chg="mod">
          <ac:chgData name="坂本 慧" userId="5feb6440-eb45-4c09-902d-2ebbe8048c41" providerId="ADAL" clId="{56447402-45BC-42A8-B7DC-3903C332109E}" dt="2026-08-27T00:42:28.460" v="13146" actId="207"/>
          <ac:spMkLst>
            <pc:docMk/>
            <pc:sldMk cId="3720975243" sldId="2848"/>
            <ac:spMk id="34847" creationId="{00000000-0000-0000-0000-000000000000}"/>
          </ac:spMkLst>
        </pc:spChg>
        <pc:spChg chg="mod">
          <ac:chgData name="坂本 慧" userId="5feb6440-eb45-4c09-902d-2ebbe8048c41" providerId="ADAL" clId="{56447402-45BC-42A8-B7DC-3903C332109E}" dt="2026-08-27T00:42:28.460" v="13146" actId="207"/>
          <ac:spMkLst>
            <pc:docMk/>
            <pc:sldMk cId="3720975243" sldId="2848"/>
            <ac:spMk id="34849" creationId="{00000000-0000-0000-0000-000000000000}"/>
          </ac:spMkLst>
        </pc:spChg>
        <pc:spChg chg="add mod">
          <ac:chgData name="坂本 慧" userId="5feb6440-eb45-4c09-902d-2ebbe8048c41" providerId="ADAL" clId="{56447402-45BC-42A8-B7DC-3903C332109E}" dt="2026-08-26T23:46:01.809" v="10937"/>
          <ac:spMkLst>
            <pc:docMk/>
            <pc:sldMk cId="3720975243" sldId="2848"/>
            <ac:spMk id="34850" creationId="{00000000-0000-0000-0000-000000000000}"/>
          </ac:spMkLst>
        </pc:spChg>
        <pc:spChg chg="mod">
          <ac:chgData name="坂本 慧" userId="5feb6440-eb45-4c09-902d-2ebbe8048c41" providerId="ADAL" clId="{56447402-45BC-42A8-B7DC-3903C332109E}" dt="2026-08-27T00:42:34.077" v="13147" actId="207"/>
          <ac:spMkLst>
            <pc:docMk/>
            <pc:sldMk cId="3720975243" sldId="2848"/>
            <ac:spMk id="34851" creationId="{00000000-0000-0000-0000-000000000000}"/>
          </ac:spMkLst>
        </pc:spChg>
        <pc:spChg chg="add mod">
          <ac:chgData name="坂本 慧" userId="5feb6440-eb45-4c09-902d-2ebbe8048c41" providerId="ADAL" clId="{56447402-45BC-42A8-B7DC-3903C332109E}" dt="2026-08-27T00:42:34.077" v="13147" actId="207"/>
          <ac:spMkLst>
            <pc:docMk/>
            <pc:sldMk cId="3720975243" sldId="2848"/>
            <ac:spMk id="34852" creationId="{00000000-0000-0000-0000-000000000000}"/>
          </ac:spMkLst>
        </pc:spChg>
        <pc:spChg chg="mod">
          <ac:chgData name="坂本 慧" userId="5feb6440-eb45-4c09-902d-2ebbe8048c41" providerId="ADAL" clId="{56447402-45BC-42A8-B7DC-3903C332109E}" dt="2026-08-27T00:42:34.077" v="13147" actId="207"/>
          <ac:spMkLst>
            <pc:docMk/>
            <pc:sldMk cId="3720975243" sldId="2848"/>
            <ac:spMk id="34853" creationId="{00000000-0000-0000-0000-000000000000}"/>
          </ac:spMkLst>
        </pc:spChg>
        <pc:spChg chg="mod">
          <ac:chgData name="坂本 慧" userId="5feb6440-eb45-4c09-902d-2ebbe8048c41" providerId="ADAL" clId="{56447402-45BC-42A8-B7DC-3903C332109E}" dt="2026-08-27T00:42:34.077" v="13147" actId="207"/>
          <ac:spMkLst>
            <pc:docMk/>
            <pc:sldMk cId="3720975243" sldId="2848"/>
            <ac:spMk id="34854" creationId="{00000000-0000-0000-0000-000000000000}"/>
          </ac:spMkLst>
        </pc:spChg>
        <pc:spChg chg="mod">
          <ac:chgData name="坂本 慧" userId="5feb6440-eb45-4c09-902d-2ebbe8048c41" providerId="ADAL" clId="{56447402-45BC-42A8-B7DC-3903C332109E}" dt="2026-08-27T00:42:34.077" v="13147" actId="207"/>
          <ac:spMkLst>
            <pc:docMk/>
            <pc:sldMk cId="3720975243" sldId="2848"/>
            <ac:spMk id="34856" creationId="{00000000-0000-0000-0000-000000000000}"/>
          </ac:spMkLst>
        </pc:spChg>
        <pc:spChg chg="mod">
          <ac:chgData name="坂本 慧" userId="5feb6440-eb45-4c09-902d-2ebbe8048c41" providerId="ADAL" clId="{56447402-45BC-42A8-B7DC-3903C332109E}" dt="2026-08-27T00:42:34.077" v="13147" actId="207"/>
          <ac:spMkLst>
            <pc:docMk/>
            <pc:sldMk cId="3720975243" sldId="2848"/>
            <ac:spMk id="34857" creationId="{00000000-0000-0000-0000-000000000000}"/>
          </ac:spMkLst>
        </pc:spChg>
        <pc:graphicFrameChg chg="add mod ord modVis">
          <ac:chgData name="坂本 慧" userId="5feb6440-eb45-4c09-902d-2ebbe8048c41" providerId="ADAL" clId="{56447402-45BC-42A8-B7DC-3903C332109E}" dt="2026-08-27T00:23:56.604" v="11350"/>
          <ac:graphicFrameMkLst>
            <pc:docMk/>
            <pc:sldMk cId="3720975243" sldId="2848"/>
            <ac:graphicFrameMk id="6" creationId="{A93016FD-D96F-FD2B-F95A-42486DD44794}"/>
          </ac:graphicFrameMkLst>
        </pc:graphicFrameChg>
      </pc:sldChg>
      <pc:sldChg chg="addSp delSp modSp new mod">
        <pc:chgData name="坂本 慧" userId="5feb6440-eb45-4c09-902d-2ebbe8048c41" providerId="ADAL" clId="{56447402-45BC-42A8-B7DC-3903C332109E}" dt="2026-08-27T00:23:56.523" v="11224"/>
        <pc:sldMkLst>
          <pc:docMk/>
          <pc:sldMk cId="2041159846" sldId="2849"/>
        </pc:sldMkLst>
        <pc:spChg chg="add mod">
          <ac:chgData name="坂本 慧" userId="5feb6440-eb45-4c09-902d-2ebbe8048c41" providerId="ADAL" clId="{56447402-45BC-42A8-B7DC-3903C332109E}" dt="2026-08-26T23:46:20.774" v="10941"/>
          <ac:spMkLst>
            <pc:docMk/>
            <pc:sldMk cId="2041159846" sldId="2849"/>
            <ac:spMk id="36879" creationId="{00000000-0000-0000-0000-000000000000}"/>
          </ac:spMkLst>
        </pc:spChg>
        <pc:spChg chg="add mod">
          <ac:chgData name="坂本 慧" userId="5feb6440-eb45-4c09-902d-2ebbe8048c41" providerId="ADAL" clId="{56447402-45BC-42A8-B7DC-3903C332109E}" dt="2026-08-26T23:46:20.774" v="10941"/>
          <ac:spMkLst>
            <pc:docMk/>
            <pc:sldMk cId="2041159846" sldId="2849"/>
            <ac:spMk id="36881" creationId="{00000000-0000-0000-0000-000000000000}"/>
          </ac:spMkLst>
        </pc:spChg>
        <pc:spChg chg="add mod">
          <ac:chgData name="坂本 慧" userId="5feb6440-eb45-4c09-902d-2ebbe8048c41" providerId="ADAL" clId="{56447402-45BC-42A8-B7DC-3903C332109E}" dt="2026-08-26T23:46:20.774" v="10941"/>
          <ac:spMkLst>
            <pc:docMk/>
            <pc:sldMk cId="2041159846" sldId="2849"/>
            <ac:spMk id="36882" creationId="{00000000-0000-0000-0000-000000000000}"/>
          </ac:spMkLst>
        </pc:spChg>
        <pc:spChg chg="add mod">
          <ac:chgData name="坂本 慧" userId="5feb6440-eb45-4c09-902d-2ebbe8048c41" providerId="ADAL" clId="{56447402-45BC-42A8-B7DC-3903C332109E}" dt="2026-08-26T23:46:20.774" v="10941"/>
          <ac:spMkLst>
            <pc:docMk/>
            <pc:sldMk cId="2041159846" sldId="2849"/>
            <ac:spMk id="36885" creationId="{00000000-0000-0000-0000-000000000000}"/>
          </ac:spMkLst>
        </pc:spChg>
        <pc:spChg chg="add mod">
          <ac:chgData name="坂本 慧" userId="5feb6440-eb45-4c09-902d-2ebbe8048c41" providerId="ADAL" clId="{56447402-45BC-42A8-B7DC-3903C332109E}" dt="2026-08-26T23:46:20.774" v="10941"/>
          <ac:spMkLst>
            <pc:docMk/>
            <pc:sldMk cId="2041159846" sldId="2849"/>
            <ac:spMk id="36897" creationId="{00000000-0000-0000-0000-000000000000}"/>
          </ac:spMkLst>
        </pc:spChg>
        <pc:spChg chg="add mod">
          <ac:chgData name="坂本 慧" userId="5feb6440-eb45-4c09-902d-2ebbe8048c41" providerId="ADAL" clId="{56447402-45BC-42A8-B7DC-3903C332109E}" dt="2026-08-26T23:46:20.774" v="10941"/>
          <ac:spMkLst>
            <pc:docMk/>
            <pc:sldMk cId="2041159846" sldId="2849"/>
            <ac:spMk id="36924" creationId="{00000000-0000-0000-0000-000000000000}"/>
          </ac:spMkLst>
        </pc:spChg>
        <pc:spChg chg="add mod">
          <ac:chgData name="坂本 慧" userId="5feb6440-eb45-4c09-902d-2ebbe8048c41" providerId="ADAL" clId="{56447402-45BC-42A8-B7DC-3903C332109E}" dt="2026-08-26T23:46:20.774" v="10941"/>
          <ac:spMkLst>
            <pc:docMk/>
            <pc:sldMk cId="2041159846" sldId="2849"/>
            <ac:spMk id="36929" creationId="{00000000-0000-0000-0000-000000000000}"/>
          </ac:spMkLst>
        </pc:spChg>
        <pc:spChg chg="add mod">
          <ac:chgData name="坂本 慧" userId="5feb6440-eb45-4c09-902d-2ebbe8048c41" providerId="ADAL" clId="{56447402-45BC-42A8-B7DC-3903C332109E}" dt="2026-08-26T23:46:20.774" v="10941"/>
          <ac:spMkLst>
            <pc:docMk/>
            <pc:sldMk cId="2041159846" sldId="2849"/>
            <ac:spMk id="36931" creationId="{00000000-0000-0000-0000-000000000000}"/>
          </ac:spMkLst>
        </pc:spChg>
        <pc:spChg chg="add mod">
          <ac:chgData name="坂本 慧" userId="5feb6440-eb45-4c09-902d-2ebbe8048c41" providerId="ADAL" clId="{56447402-45BC-42A8-B7DC-3903C332109E}" dt="2026-08-26T23:46:20.774" v="10941"/>
          <ac:spMkLst>
            <pc:docMk/>
            <pc:sldMk cId="2041159846" sldId="2849"/>
            <ac:spMk id="36938" creationId="{00000000-0000-0000-0000-000000000000}"/>
          </ac:spMkLst>
        </pc:spChg>
        <pc:graphicFrameChg chg="add mod ord modVis">
          <ac:chgData name="坂本 慧" userId="5feb6440-eb45-4c09-902d-2ebbe8048c41" providerId="ADAL" clId="{56447402-45BC-42A8-B7DC-3903C332109E}" dt="2026-08-27T00:23:56.523" v="11224"/>
          <ac:graphicFrameMkLst>
            <pc:docMk/>
            <pc:sldMk cId="2041159846" sldId="2849"/>
            <ac:graphicFrameMk id="6" creationId="{DE9AE12B-C255-DF24-84E2-1EBA18D4BFA1}"/>
          </ac:graphicFrameMkLst>
        </pc:graphicFrameChg>
      </pc:sldChg>
      <pc:sldChg chg="addSp modSp new mod">
        <pc:chgData name="坂本 慧" userId="5feb6440-eb45-4c09-902d-2ebbe8048c41" providerId="ADAL" clId="{56447402-45BC-42A8-B7DC-3903C332109E}" dt="2026-08-27T00:23:56.533" v="11238"/>
        <pc:sldMkLst>
          <pc:docMk/>
          <pc:sldMk cId="2930421777" sldId="2850"/>
        </pc:sldMkLst>
        <pc:spChg chg="add mod">
          <ac:chgData name="坂本 慧" userId="5feb6440-eb45-4c09-902d-2ebbe8048c41" providerId="ADAL" clId="{56447402-45BC-42A8-B7DC-3903C332109E}" dt="2026-08-26T23:48:30.911" v="10955" actId="164"/>
          <ac:spMkLst>
            <pc:docMk/>
            <pc:sldMk cId="2930421777" sldId="2850"/>
            <ac:spMk id="7" creationId="{CC350571-54AD-5910-FB11-1D65985F315F}"/>
          </ac:spMkLst>
        </pc:spChg>
        <pc:spChg chg="mod">
          <ac:chgData name="坂本 慧" userId="5feb6440-eb45-4c09-902d-2ebbe8048c41" providerId="ADAL" clId="{56447402-45BC-42A8-B7DC-3903C332109E}" dt="2026-08-26T23:48:30.911" v="10955" actId="164"/>
          <ac:spMkLst>
            <pc:docMk/>
            <pc:sldMk cId="2930421777" sldId="2850"/>
            <ac:spMk id="9" creationId="{6AAAC2B8-873B-97AE-DBFE-ADAD5EFEE63F}"/>
          </ac:spMkLst>
        </pc:spChg>
        <pc:spChg chg="mod">
          <ac:chgData name="坂本 慧" userId="5feb6440-eb45-4c09-902d-2ebbe8048c41" providerId="ADAL" clId="{56447402-45BC-42A8-B7DC-3903C332109E}" dt="2026-08-26T23:48:30.911" v="10955" actId="164"/>
          <ac:spMkLst>
            <pc:docMk/>
            <pc:sldMk cId="2930421777" sldId="2850"/>
            <ac:spMk id="11" creationId="{21C5EC88-EA1D-BF2F-E5C8-DA6F022C0EA6}"/>
          </ac:spMkLst>
        </pc:spChg>
        <pc:spChg chg="add mod">
          <ac:chgData name="坂本 慧" userId="5feb6440-eb45-4c09-902d-2ebbe8048c41" providerId="ADAL" clId="{56447402-45BC-42A8-B7DC-3903C332109E}" dt="2026-08-26T23:48:30.911" v="10955" actId="164"/>
          <ac:spMkLst>
            <pc:docMk/>
            <pc:sldMk cId="2930421777" sldId="2850"/>
            <ac:spMk id="13" creationId="{37ECAFB7-2C58-E2BE-004E-5448AE55F9E7}"/>
          </ac:spMkLst>
        </pc:spChg>
        <pc:spChg chg="add mod">
          <ac:chgData name="坂本 慧" userId="5feb6440-eb45-4c09-902d-2ebbe8048c41" providerId="ADAL" clId="{56447402-45BC-42A8-B7DC-3903C332109E}" dt="2026-08-26T23:48:30.911" v="10955" actId="164"/>
          <ac:spMkLst>
            <pc:docMk/>
            <pc:sldMk cId="2930421777" sldId="2850"/>
            <ac:spMk id="15" creationId="{372D6DB3-812B-6C4E-9955-D59DC4F68CB7}"/>
          </ac:spMkLst>
        </pc:spChg>
        <pc:spChg chg="add mod">
          <ac:chgData name="坂本 慧" userId="5feb6440-eb45-4c09-902d-2ebbe8048c41" providerId="ADAL" clId="{56447402-45BC-42A8-B7DC-3903C332109E}" dt="2026-08-26T23:48:28.849" v="10954" actId="164"/>
          <ac:spMkLst>
            <pc:docMk/>
            <pc:sldMk cId="2930421777" sldId="2850"/>
            <ac:spMk id="17" creationId="{272E1F4D-4F11-6DF3-786F-E6B4DCF3BE5E}"/>
          </ac:spMkLst>
        </pc:spChg>
        <pc:spChg chg="add mod">
          <ac:chgData name="坂本 慧" userId="5feb6440-eb45-4c09-902d-2ebbe8048c41" providerId="ADAL" clId="{56447402-45BC-42A8-B7DC-3903C332109E}" dt="2026-08-26T23:48:28.849" v="10954" actId="164"/>
          <ac:spMkLst>
            <pc:docMk/>
            <pc:sldMk cId="2930421777" sldId="2850"/>
            <ac:spMk id="19" creationId="{EFE2C5FA-2671-F678-E638-654541ED9834}"/>
          </ac:spMkLst>
        </pc:spChg>
        <pc:spChg chg="mod">
          <ac:chgData name="坂本 慧" userId="5feb6440-eb45-4c09-902d-2ebbe8048c41" providerId="ADAL" clId="{56447402-45BC-42A8-B7DC-3903C332109E}" dt="2026-08-26T23:48:28.849" v="10954" actId="164"/>
          <ac:spMkLst>
            <pc:docMk/>
            <pc:sldMk cId="2930421777" sldId="2850"/>
            <ac:spMk id="21" creationId="{D86B4EC5-A7D8-77C2-87C3-EB54EE71F38F}"/>
          </ac:spMkLst>
        </pc:spChg>
        <pc:spChg chg="add mod">
          <ac:chgData name="坂本 慧" userId="5feb6440-eb45-4c09-902d-2ebbe8048c41" providerId="ADAL" clId="{56447402-45BC-42A8-B7DC-3903C332109E}" dt="2026-08-26T23:48:28.849" v="10954" actId="164"/>
          <ac:spMkLst>
            <pc:docMk/>
            <pc:sldMk cId="2930421777" sldId="2850"/>
            <ac:spMk id="23" creationId="{95A11336-F46F-D99D-D0B2-059DC4BC3C10}"/>
          </ac:spMkLst>
        </pc:spChg>
        <pc:spChg chg="add mod">
          <ac:chgData name="坂本 慧" userId="5feb6440-eb45-4c09-902d-2ebbe8048c41" providerId="ADAL" clId="{56447402-45BC-42A8-B7DC-3903C332109E}" dt="2026-08-26T23:48:28.849" v="10954" actId="164"/>
          <ac:spMkLst>
            <pc:docMk/>
            <pc:sldMk cId="2930421777" sldId="2850"/>
            <ac:spMk id="25" creationId="{C249D8B2-4B4E-EFFC-1150-CE4875563F1B}"/>
          </ac:spMkLst>
        </pc:spChg>
        <pc:spChg chg="add mod">
          <ac:chgData name="坂本 慧" userId="5feb6440-eb45-4c09-902d-2ebbe8048c41" providerId="ADAL" clId="{56447402-45BC-42A8-B7DC-3903C332109E}" dt="2026-08-26T23:48:33.692" v="10956" actId="164"/>
          <ac:spMkLst>
            <pc:docMk/>
            <pc:sldMk cId="2930421777" sldId="2850"/>
            <ac:spMk id="27" creationId="{D7FC104B-0167-DC79-3796-5F28BB370744}"/>
          </ac:spMkLst>
        </pc:spChg>
        <pc:spChg chg="mod">
          <ac:chgData name="坂本 慧" userId="5feb6440-eb45-4c09-902d-2ebbe8048c41" providerId="ADAL" clId="{56447402-45BC-42A8-B7DC-3903C332109E}" dt="2026-08-26T23:48:33.692" v="10956" actId="164"/>
          <ac:spMkLst>
            <pc:docMk/>
            <pc:sldMk cId="2930421777" sldId="2850"/>
            <ac:spMk id="29" creationId="{EF7A997F-A6D7-05C4-90CD-7AC9D260D73C}"/>
          </ac:spMkLst>
        </pc:spChg>
        <pc:spChg chg="mod">
          <ac:chgData name="坂本 慧" userId="5feb6440-eb45-4c09-902d-2ebbe8048c41" providerId="ADAL" clId="{56447402-45BC-42A8-B7DC-3903C332109E}" dt="2026-08-26T23:48:33.692" v="10956" actId="164"/>
          <ac:spMkLst>
            <pc:docMk/>
            <pc:sldMk cId="2930421777" sldId="2850"/>
            <ac:spMk id="31" creationId="{3710914E-697A-28CB-E544-6FB4F6FDCBEA}"/>
          </ac:spMkLst>
        </pc:spChg>
        <pc:spChg chg="add mod">
          <ac:chgData name="坂本 慧" userId="5feb6440-eb45-4c09-902d-2ebbe8048c41" providerId="ADAL" clId="{56447402-45BC-42A8-B7DC-3903C332109E}" dt="2026-08-26T23:48:33.692" v="10956" actId="164"/>
          <ac:spMkLst>
            <pc:docMk/>
            <pc:sldMk cId="2930421777" sldId="2850"/>
            <ac:spMk id="33" creationId="{39DA0339-E07E-7A97-CD4B-09E98BD23F45}"/>
          </ac:spMkLst>
        </pc:spChg>
        <pc:spChg chg="add mod">
          <ac:chgData name="坂本 慧" userId="5feb6440-eb45-4c09-902d-2ebbe8048c41" providerId="ADAL" clId="{56447402-45BC-42A8-B7DC-3903C332109E}" dt="2026-08-26T23:48:33.692" v="10956" actId="164"/>
          <ac:spMkLst>
            <pc:docMk/>
            <pc:sldMk cId="2930421777" sldId="2850"/>
            <ac:spMk id="35" creationId="{83F56379-E526-B73E-A639-F7BF860CD3C1}"/>
          </ac:spMkLst>
        </pc:spChg>
        <pc:grpChg chg="add mod">
          <ac:chgData name="坂本 慧" userId="5feb6440-eb45-4c09-902d-2ebbe8048c41" providerId="ADAL" clId="{56447402-45BC-42A8-B7DC-3903C332109E}" dt="2026-08-26T23:48:59.681" v="10966" actId="408"/>
          <ac:grpSpMkLst>
            <pc:docMk/>
            <pc:sldMk cId="2930421777" sldId="2850"/>
            <ac:grpSpMk id="36" creationId="{4AC78A65-C6E3-FA26-1F59-4C1E90B5D934}"/>
          </ac:grpSpMkLst>
        </pc:grpChg>
        <pc:grpChg chg="add mod">
          <ac:chgData name="坂本 慧" userId="5feb6440-eb45-4c09-902d-2ebbe8048c41" providerId="ADAL" clId="{56447402-45BC-42A8-B7DC-3903C332109E}" dt="2026-08-26T23:48:48.693" v="10963" actId="554"/>
          <ac:grpSpMkLst>
            <pc:docMk/>
            <pc:sldMk cId="2930421777" sldId="2850"/>
            <ac:grpSpMk id="37" creationId="{9BF8B96D-9EB0-A74F-2DF7-3342B2AAB6D6}"/>
          </ac:grpSpMkLst>
        </pc:grpChg>
        <pc:grpChg chg="add mod">
          <ac:chgData name="坂本 慧" userId="5feb6440-eb45-4c09-902d-2ebbe8048c41" providerId="ADAL" clId="{56447402-45BC-42A8-B7DC-3903C332109E}" dt="2026-08-26T23:48:48.693" v="10963" actId="554"/>
          <ac:grpSpMkLst>
            <pc:docMk/>
            <pc:sldMk cId="2930421777" sldId="2850"/>
            <ac:grpSpMk id="38" creationId="{73C4EC11-2548-9911-F1ED-21657AA4D11F}"/>
          </ac:grpSpMkLst>
        </pc:grpChg>
        <pc:graphicFrameChg chg="add mod ord modVis">
          <ac:chgData name="坂本 慧" userId="5feb6440-eb45-4c09-902d-2ebbe8048c41" providerId="ADAL" clId="{56447402-45BC-42A8-B7DC-3903C332109E}" dt="2026-08-27T00:23:56.533" v="11238"/>
          <ac:graphicFrameMkLst>
            <pc:docMk/>
            <pc:sldMk cId="2930421777" sldId="2850"/>
            <ac:graphicFrameMk id="39" creationId="{A55F006C-CAF6-BC13-925B-DACD75FD9A48}"/>
          </ac:graphicFrameMkLst>
        </pc:graphicFrameChg>
      </pc:sldChg>
      <pc:sldChg chg="addSp modSp new mod">
        <pc:chgData name="坂本 慧" userId="5feb6440-eb45-4c09-902d-2ebbe8048c41" providerId="ADAL" clId="{56447402-45BC-42A8-B7DC-3903C332109E}" dt="2026-08-27T00:23:56.507" v="11196"/>
        <pc:sldMkLst>
          <pc:docMk/>
          <pc:sldMk cId="1310865736" sldId="2851"/>
        </pc:sldMkLst>
        <pc:spChg chg="add">
          <ac:chgData name="坂本 慧" userId="5feb6440-eb45-4c09-902d-2ebbe8048c41" providerId="ADAL" clId="{56447402-45BC-42A8-B7DC-3903C332109E}" dt="2026-08-26T23:51:15.216" v="10971" actId="22"/>
          <ac:spMkLst>
            <pc:docMk/>
            <pc:sldMk cId="1310865736" sldId="2851"/>
            <ac:spMk id="7" creationId="{E14DC82B-37DA-F9AA-A6A9-DBDF17E49A5C}"/>
          </ac:spMkLst>
        </pc:spChg>
        <pc:spChg chg="add">
          <ac:chgData name="坂本 慧" userId="5feb6440-eb45-4c09-902d-2ebbe8048c41" providerId="ADAL" clId="{56447402-45BC-42A8-B7DC-3903C332109E}" dt="2026-08-26T23:51:15.216" v="10971" actId="22"/>
          <ac:spMkLst>
            <pc:docMk/>
            <pc:sldMk cId="1310865736" sldId="2851"/>
            <ac:spMk id="9" creationId="{8B22011D-27F4-468E-7037-D2305C73D8FA}"/>
          </ac:spMkLst>
        </pc:spChg>
        <pc:spChg chg="add">
          <ac:chgData name="坂本 慧" userId="5feb6440-eb45-4c09-902d-2ebbe8048c41" providerId="ADAL" clId="{56447402-45BC-42A8-B7DC-3903C332109E}" dt="2026-08-26T23:51:15.216" v="10971" actId="22"/>
          <ac:spMkLst>
            <pc:docMk/>
            <pc:sldMk cId="1310865736" sldId="2851"/>
            <ac:spMk id="11" creationId="{F7E97207-BC13-9763-C7EC-9E86D33D9F31}"/>
          </ac:spMkLst>
        </pc:spChg>
        <pc:spChg chg="add">
          <ac:chgData name="坂本 慧" userId="5feb6440-eb45-4c09-902d-2ebbe8048c41" providerId="ADAL" clId="{56447402-45BC-42A8-B7DC-3903C332109E}" dt="2026-08-26T23:51:15.216" v="10971" actId="22"/>
          <ac:spMkLst>
            <pc:docMk/>
            <pc:sldMk cId="1310865736" sldId="2851"/>
            <ac:spMk id="13" creationId="{C517B9CF-B6AB-FA4F-7053-9D12B4EACE26}"/>
          </ac:spMkLst>
        </pc:spChg>
        <pc:spChg chg="add">
          <ac:chgData name="坂本 慧" userId="5feb6440-eb45-4c09-902d-2ebbe8048c41" providerId="ADAL" clId="{56447402-45BC-42A8-B7DC-3903C332109E}" dt="2026-08-26T23:51:15.216" v="10971" actId="22"/>
          <ac:spMkLst>
            <pc:docMk/>
            <pc:sldMk cId="1310865736" sldId="2851"/>
            <ac:spMk id="15" creationId="{FBFF6BFD-AE0C-1D11-33A6-1C7D16C8B128}"/>
          </ac:spMkLst>
        </pc:spChg>
        <pc:spChg chg="add">
          <ac:chgData name="坂本 慧" userId="5feb6440-eb45-4c09-902d-2ebbe8048c41" providerId="ADAL" clId="{56447402-45BC-42A8-B7DC-3903C332109E}" dt="2026-08-26T23:51:15.216" v="10971" actId="22"/>
          <ac:spMkLst>
            <pc:docMk/>
            <pc:sldMk cId="1310865736" sldId="2851"/>
            <ac:spMk id="17" creationId="{407D2BE2-A0B5-453F-AEBE-EE3E00DFBA96}"/>
          </ac:spMkLst>
        </pc:spChg>
        <pc:graphicFrameChg chg="add mod ord modVis">
          <ac:chgData name="坂本 慧" userId="5feb6440-eb45-4c09-902d-2ebbe8048c41" providerId="ADAL" clId="{56447402-45BC-42A8-B7DC-3903C332109E}" dt="2026-08-27T00:23:56.507" v="11196"/>
          <ac:graphicFrameMkLst>
            <pc:docMk/>
            <pc:sldMk cId="1310865736" sldId="2851"/>
            <ac:graphicFrameMk id="18" creationId="{7A735571-0324-8626-F2AC-D2F9CE320BCF}"/>
          </ac:graphicFrameMkLst>
        </pc:graphicFrameChg>
      </pc:sldChg>
      <pc:sldChg chg="addSp delSp modSp new mod">
        <pc:chgData name="坂本 慧" userId="5feb6440-eb45-4c09-902d-2ebbe8048c41" providerId="ADAL" clId="{56447402-45BC-42A8-B7DC-3903C332109E}" dt="2026-08-27T00:23:56.488" v="11168"/>
        <pc:sldMkLst>
          <pc:docMk/>
          <pc:sldMk cId="34854706" sldId="2852"/>
        </pc:sldMkLst>
        <pc:spChg chg="add">
          <ac:chgData name="坂本 慧" userId="5feb6440-eb45-4c09-902d-2ebbe8048c41" providerId="ADAL" clId="{56447402-45BC-42A8-B7DC-3903C332109E}" dt="2026-08-26T23:52:13.661" v="10978" actId="22"/>
          <ac:spMkLst>
            <pc:docMk/>
            <pc:sldMk cId="34854706" sldId="2852"/>
            <ac:spMk id="13" creationId="{5495E7E6-8A40-02AE-4EFF-DBB36F8D94C7}"/>
          </ac:spMkLst>
        </pc:spChg>
        <pc:spChg chg="add">
          <ac:chgData name="坂本 慧" userId="5feb6440-eb45-4c09-902d-2ebbe8048c41" providerId="ADAL" clId="{56447402-45BC-42A8-B7DC-3903C332109E}" dt="2026-08-26T23:52:13.661" v="10978" actId="22"/>
          <ac:spMkLst>
            <pc:docMk/>
            <pc:sldMk cId="34854706" sldId="2852"/>
            <ac:spMk id="47" creationId="{3FC2E1E1-B660-4FFD-1A13-B472A494D243}"/>
          </ac:spMkLst>
        </pc:spChg>
        <pc:spChg chg="add">
          <ac:chgData name="坂本 慧" userId="5feb6440-eb45-4c09-902d-2ebbe8048c41" providerId="ADAL" clId="{56447402-45BC-42A8-B7DC-3903C332109E}" dt="2026-08-26T23:52:13.661" v="10978" actId="22"/>
          <ac:spMkLst>
            <pc:docMk/>
            <pc:sldMk cId="34854706" sldId="2852"/>
            <ac:spMk id="55" creationId="{897D7E94-0F13-9F80-837B-11C023403D6F}"/>
          </ac:spMkLst>
        </pc:spChg>
        <pc:spChg chg="add">
          <ac:chgData name="坂本 慧" userId="5feb6440-eb45-4c09-902d-2ebbe8048c41" providerId="ADAL" clId="{56447402-45BC-42A8-B7DC-3903C332109E}" dt="2026-08-26T23:52:13.661" v="10978" actId="22"/>
          <ac:spMkLst>
            <pc:docMk/>
            <pc:sldMk cId="34854706" sldId="2852"/>
            <ac:spMk id="65" creationId="{A0F4C381-EA94-78FD-3BF9-51EC206ABA4B}"/>
          </ac:spMkLst>
        </pc:spChg>
        <pc:spChg chg="add">
          <ac:chgData name="坂本 慧" userId="5feb6440-eb45-4c09-902d-2ebbe8048c41" providerId="ADAL" clId="{56447402-45BC-42A8-B7DC-3903C332109E}" dt="2026-08-26T23:52:13.661" v="10978" actId="22"/>
          <ac:spMkLst>
            <pc:docMk/>
            <pc:sldMk cId="34854706" sldId="2852"/>
            <ac:spMk id="103" creationId="{7472AC9A-5EE5-FD54-E5D3-698D0E21DD91}"/>
          </ac:spMkLst>
        </pc:spChg>
        <pc:spChg chg="add">
          <ac:chgData name="坂本 慧" userId="5feb6440-eb45-4c09-902d-2ebbe8048c41" providerId="ADAL" clId="{56447402-45BC-42A8-B7DC-3903C332109E}" dt="2026-08-26T23:52:13.661" v="10978" actId="22"/>
          <ac:spMkLst>
            <pc:docMk/>
            <pc:sldMk cId="34854706" sldId="2852"/>
            <ac:spMk id="127" creationId="{19CF328A-9511-9031-A6D7-FA4EF938F2AC}"/>
          </ac:spMkLst>
        </pc:spChg>
        <pc:spChg chg="add">
          <ac:chgData name="坂本 慧" userId="5feb6440-eb45-4c09-902d-2ebbe8048c41" providerId="ADAL" clId="{56447402-45BC-42A8-B7DC-3903C332109E}" dt="2026-08-26T23:52:13.661" v="10978" actId="22"/>
          <ac:spMkLst>
            <pc:docMk/>
            <pc:sldMk cId="34854706" sldId="2852"/>
            <ac:spMk id="151" creationId="{C81EAA17-2C3B-AF7D-1BDB-3006FC7A60CD}"/>
          </ac:spMkLst>
        </pc:spChg>
        <pc:spChg chg="add">
          <ac:chgData name="坂本 慧" userId="5feb6440-eb45-4c09-902d-2ebbe8048c41" providerId="ADAL" clId="{56447402-45BC-42A8-B7DC-3903C332109E}" dt="2026-08-26T23:52:13.661" v="10978" actId="22"/>
          <ac:spMkLst>
            <pc:docMk/>
            <pc:sldMk cId="34854706" sldId="2852"/>
            <ac:spMk id="159" creationId="{0B832C4B-2402-EEDE-BBC5-83D905A88B48}"/>
          </ac:spMkLst>
        </pc:spChg>
        <pc:spChg chg="add">
          <ac:chgData name="坂本 慧" userId="5feb6440-eb45-4c09-902d-2ebbe8048c41" providerId="ADAL" clId="{56447402-45BC-42A8-B7DC-3903C332109E}" dt="2026-08-26T23:52:13.661" v="10978" actId="22"/>
          <ac:spMkLst>
            <pc:docMk/>
            <pc:sldMk cId="34854706" sldId="2852"/>
            <ac:spMk id="167" creationId="{D81E3E30-4D7B-25DE-A4FB-734472B395BE}"/>
          </ac:spMkLst>
        </pc:spChg>
        <pc:graphicFrameChg chg="add mod ord modVis">
          <ac:chgData name="坂本 慧" userId="5feb6440-eb45-4c09-902d-2ebbe8048c41" providerId="ADAL" clId="{56447402-45BC-42A8-B7DC-3903C332109E}" dt="2026-08-27T00:23:56.488" v="11168"/>
          <ac:graphicFrameMkLst>
            <pc:docMk/>
            <pc:sldMk cId="34854706" sldId="2852"/>
            <ac:graphicFrameMk id="188" creationId="{9B550CC0-72D7-5EB4-ACE7-73445728957C}"/>
          </ac:graphicFrameMkLst>
        </pc:graphicFrameChg>
      </pc:sldChg>
      <pc:sldChg chg="addSp modSp new mod">
        <pc:chgData name="坂本 慧" userId="5feb6440-eb45-4c09-902d-2ebbe8048c41" providerId="ADAL" clId="{56447402-45BC-42A8-B7DC-3903C332109E}" dt="2026-08-27T00:23:56.578" v="11308"/>
        <pc:sldMkLst>
          <pc:docMk/>
          <pc:sldMk cId="1378173801" sldId="2853"/>
        </pc:sldMkLst>
        <pc:spChg chg="add">
          <ac:chgData name="坂本 慧" userId="5feb6440-eb45-4c09-902d-2ebbe8048c41" providerId="ADAL" clId="{56447402-45BC-42A8-B7DC-3903C332109E}" dt="2026-08-26T23:52:20.430" v="10980" actId="22"/>
          <ac:spMkLst>
            <pc:docMk/>
            <pc:sldMk cId="1378173801" sldId="2853"/>
            <ac:spMk id="35" creationId="{BA93B69B-A8F2-84A5-29D0-DCC00F4CC6F5}"/>
          </ac:spMkLst>
        </pc:spChg>
        <pc:spChg chg="add">
          <ac:chgData name="坂本 慧" userId="5feb6440-eb45-4c09-902d-2ebbe8048c41" providerId="ADAL" clId="{56447402-45BC-42A8-B7DC-3903C332109E}" dt="2026-08-26T23:52:20.430" v="10980" actId="22"/>
          <ac:spMkLst>
            <pc:docMk/>
            <pc:sldMk cId="1378173801" sldId="2853"/>
            <ac:spMk id="39" creationId="{01BC2E89-EB0A-8AEC-51C3-C0CC9F59D0E9}"/>
          </ac:spMkLst>
        </pc:spChg>
        <pc:spChg chg="add">
          <ac:chgData name="坂本 慧" userId="5feb6440-eb45-4c09-902d-2ebbe8048c41" providerId="ADAL" clId="{56447402-45BC-42A8-B7DC-3903C332109E}" dt="2026-08-26T23:52:20.430" v="10980" actId="22"/>
          <ac:spMkLst>
            <pc:docMk/>
            <pc:sldMk cId="1378173801" sldId="2853"/>
            <ac:spMk id="43" creationId="{ACC0D0B7-049F-128E-4BBA-18F68F68E4B8}"/>
          </ac:spMkLst>
        </pc:spChg>
        <pc:spChg chg="add">
          <ac:chgData name="坂本 慧" userId="5feb6440-eb45-4c09-902d-2ebbe8048c41" providerId="ADAL" clId="{56447402-45BC-42A8-B7DC-3903C332109E}" dt="2026-08-26T23:52:20.430" v="10980" actId="22"/>
          <ac:spMkLst>
            <pc:docMk/>
            <pc:sldMk cId="1378173801" sldId="2853"/>
            <ac:spMk id="53" creationId="{BAE8504C-A6EF-E9E7-EA35-3B719BC72ADF}"/>
          </ac:spMkLst>
        </pc:spChg>
        <pc:spChg chg="add">
          <ac:chgData name="坂本 慧" userId="5feb6440-eb45-4c09-902d-2ebbe8048c41" providerId="ADAL" clId="{56447402-45BC-42A8-B7DC-3903C332109E}" dt="2026-08-26T23:52:20.430" v="10980" actId="22"/>
          <ac:spMkLst>
            <pc:docMk/>
            <pc:sldMk cId="1378173801" sldId="2853"/>
            <ac:spMk id="65" creationId="{C8068BF7-958A-6EA7-D13A-BDE11D67E4C9}"/>
          </ac:spMkLst>
        </pc:spChg>
        <pc:spChg chg="add">
          <ac:chgData name="坂本 慧" userId="5feb6440-eb45-4c09-902d-2ebbe8048c41" providerId="ADAL" clId="{56447402-45BC-42A8-B7DC-3903C332109E}" dt="2026-08-26T23:52:20.430" v="10980" actId="22"/>
          <ac:spMkLst>
            <pc:docMk/>
            <pc:sldMk cId="1378173801" sldId="2853"/>
            <ac:spMk id="67" creationId="{1E690CEE-D613-66DF-8072-B0C38B430950}"/>
          </ac:spMkLst>
        </pc:spChg>
        <pc:spChg chg="add">
          <ac:chgData name="坂本 慧" userId="5feb6440-eb45-4c09-902d-2ebbe8048c41" providerId="ADAL" clId="{56447402-45BC-42A8-B7DC-3903C332109E}" dt="2026-08-26T23:52:20.430" v="10980" actId="22"/>
          <ac:spMkLst>
            <pc:docMk/>
            <pc:sldMk cId="1378173801" sldId="2853"/>
            <ac:spMk id="73" creationId="{B19EBD47-9C6B-A182-0C7B-6D884732BB85}"/>
          </ac:spMkLst>
        </pc:spChg>
        <pc:spChg chg="add">
          <ac:chgData name="坂本 慧" userId="5feb6440-eb45-4c09-902d-2ebbe8048c41" providerId="ADAL" clId="{56447402-45BC-42A8-B7DC-3903C332109E}" dt="2026-08-26T23:52:20.430" v="10980" actId="22"/>
          <ac:spMkLst>
            <pc:docMk/>
            <pc:sldMk cId="1378173801" sldId="2853"/>
            <ac:spMk id="79" creationId="{E9B67D59-6414-2901-AF7C-983BBC57B39F}"/>
          </ac:spMkLst>
        </pc:spChg>
        <pc:spChg chg="add">
          <ac:chgData name="坂本 慧" userId="5feb6440-eb45-4c09-902d-2ebbe8048c41" providerId="ADAL" clId="{56447402-45BC-42A8-B7DC-3903C332109E}" dt="2026-08-26T23:52:20.430" v="10980" actId="22"/>
          <ac:spMkLst>
            <pc:docMk/>
            <pc:sldMk cId="1378173801" sldId="2853"/>
            <ac:spMk id="83" creationId="{50F641F3-691C-6320-75AE-57806EE5F15E}"/>
          </ac:spMkLst>
        </pc:spChg>
        <pc:spChg chg="add">
          <ac:chgData name="坂本 慧" userId="5feb6440-eb45-4c09-902d-2ebbe8048c41" providerId="ADAL" clId="{56447402-45BC-42A8-B7DC-3903C332109E}" dt="2026-08-26T23:52:20.430" v="10980" actId="22"/>
          <ac:spMkLst>
            <pc:docMk/>
            <pc:sldMk cId="1378173801" sldId="2853"/>
            <ac:spMk id="85" creationId="{0A98D8B1-D2E4-ED3A-99B5-2C1954872450}"/>
          </ac:spMkLst>
        </pc:spChg>
        <pc:graphicFrameChg chg="add mod ord modVis">
          <ac:chgData name="坂本 慧" userId="5feb6440-eb45-4c09-902d-2ebbe8048c41" providerId="ADAL" clId="{56447402-45BC-42A8-B7DC-3903C332109E}" dt="2026-08-27T00:23:56.578" v="11308"/>
          <ac:graphicFrameMkLst>
            <pc:docMk/>
            <pc:sldMk cId="1378173801" sldId="2853"/>
            <ac:graphicFrameMk id="86" creationId="{9E7EED4A-678C-B09E-7F02-4B712029DC84}"/>
          </ac:graphicFrameMkLst>
        </pc:graphicFrameChg>
      </pc:sldChg>
      <pc:sldChg chg="addSp delSp modSp new mod">
        <pc:chgData name="坂本 慧" userId="5feb6440-eb45-4c09-902d-2ebbe8048c41" providerId="ADAL" clId="{56447402-45BC-42A8-B7DC-3903C332109E}" dt="2026-09-14T03:42:51.881" v="13421" actId="21"/>
        <pc:sldMkLst>
          <pc:docMk/>
          <pc:sldMk cId="1455737570" sldId="2854"/>
        </pc:sldMkLst>
        <pc:spChg chg="del mod">
          <ac:chgData name="坂本 慧" userId="5feb6440-eb45-4c09-902d-2ebbe8048c41" providerId="ADAL" clId="{56447402-45BC-42A8-B7DC-3903C332109E}" dt="2026-09-14T03:41:31.919" v="13403" actId="478"/>
          <ac:spMkLst>
            <pc:docMk/>
            <pc:sldMk cId="1455737570" sldId="2854"/>
            <ac:spMk id="2" creationId="{9B6F08AF-6C23-4E8F-D935-24802CE51A41}"/>
          </ac:spMkLst>
        </pc:spChg>
        <pc:spChg chg="mod">
          <ac:chgData name="坂本 慧" userId="5feb6440-eb45-4c09-902d-2ebbe8048c41" providerId="ADAL" clId="{56447402-45BC-42A8-B7DC-3903C332109E}" dt="2026-09-14T03:42:00.905" v="13409" actId="552"/>
          <ac:spMkLst>
            <pc:docMk/>
            <pc:sldMk cId="1455737570" sldId="2854"/>
            <ac:spMk id="8" creationId="{8F5A9EA2-1E3F-AA8F-0EC2-8582ED948822}"/>
          </ac:spMkLst>
        </pc:spChg>
        <pc:spChg chg="del mod">
          <ac:chgData name="坂本 慧" userId="5feb6440-eb45-4c09-902d-2ebbe8048c41" providerId="ADAL" clId="{56447402-45BC-42A8-B7DC-3903C332109E}" dt="2026-09-14T03:41:31.919" v="13403" actId="478"/>
          <ac:spMkLst>
            <pc:docMk/>
            <pc:sldMk cId="1455737570" sldId="2854"/>
            <ac:spMk id="9" creationId="{11B16285-EC82-2AC6-8A4A-FC7C6193081A}"/>
          </ac:spMkLst>
        </pc:spChg>
        <pc:spChg chg="add del mod">
          <ac:chgData name="坂本 慧" userId="5feb6440-eb45-4c09-902d-2ebbe8048c41" providerId="ADAL" clId="{56447402-45BC-42A8-B7DC-3903C332109E}" dt="2026-09-14T03:40:07.431" v="13394"/>
          <ac:spMkLst>
            <pc:docMk/>
            <pc:sldMk cId="1455737570" sldId="2854"/>
            <ac:spMk id="11" creationId="{5A5BD5F9-2076-D2A5-CE2E-6205B61372C6}"/>
          </ac:spMkLst>
        </pc:spChg>
        <pc:spChg chg="add mod">
          <ac:chgData name="坂本 慧" userId="5feb6440-eb45-4c09-902d-2ebbe8048c41" providerId="ADAL" clId="{56447402-45BC-42A8-B7DC-3903C332109E}" dt="2026-09-14T03:42:13.073" v="13413" actId="164"/>
          <ac:spMkLst>
            <pc:docMk/>
            <pc:sldMk cId="1455737570" sldId="2854"/>
            <ac:spMk id="12" creationId="{A78A130D-ED49-C79A-6E2B-D93D618DF2B2}"/>
          </ac:spMkLst>
        </pc:spChg>
        <pc:spChg chg="add mod">
          <ac:chgData name="坂本 慧" userId="5feb6440-eb45-4c09-902d-2ebbe8048c41" providerId="ADAL" clId="{56447402-45BC-42A8-B7DC-3903C332109E}" dt="2026-09-14T03:42:07.101" v="13410" actId="164"/>
          <ac:spMkLst>
            <pc:docMk/>
            <pc:sldMk cId="1455737570" sldId="2854"/>
            <ac:spMk id="14" creationId="{6C66CF3B-5422-A5A3-25A1-38F907311B76}"/>
          </ac:spMkLst>
        </pc:spChg>
        <pc:spChg chg="add mod">
          <ac:chgData name="坂本 慧" userId="5feb6440-eb45-4c09-902d-2ebbe8048c41" providerId="ADAL" clId="{56447402-45BC-42A8-B7DC-3903C332109E}" dt="2026-09-14T03:42:07.101" v="13410" actId="164"/>
          <ac:spMkLst>
            <pc:docMk/>
            <pc:sldMk cId="1455737570" sldId="2854"/>
            <ac:spMk id="16" creationId="{E8778FE7-3279-B3A3-3E4F-C1ADD9FEF300}"/>
          </ac:spMkLst>
        </pc:spChg>
        <pc:spChg chg="add del mod">
          <ac:chgData name="坂本 慧" userId="5feb6440-eb45-4c09-902d-2ebbe8048c41" providerId="ADAL" clId="{56447402-45BC-42A8-B7DC-3903C332109E}" dt="2026-09-14T03:42:51.881" v="13421" actId="21"/>
          <ac:spMkLst>
            <pc:docMk/>
            <pc:sldMk cId="1455737570" sldId="2854"/>
            <ac:spMk id="17" creationId="{E8778FE7-3279-B3A3-3E4F-C1ADD9FEF300}"/>
          </ac:spMkLst>
        </pc:spChg>
        <pc:spChg chg="add del mod">
          <ac:chgData name="坂本 慧" userId="5feb6440-eb45-4c09-902d-2ebbe8048c41" providerId="ADAL" clId="{56447402-45BC-42A8-B7DC-3903C332109E}" dt="2026-09-14T03:42:51.881" v="13421" actId="21"/>
          <ac:spMkLst>
            <pc:docMk/>
            <pc:sldMk cId="1455737570" sldId="2854"/>
            <ac:spMk id="18" creationId="{A78A130D-ED49-C79A-6E2B-D93D618DF2B2}"/>
          </ac:spMkLst>
        </pc:spChg>
        <pc:spChg chg="add del mod">
          <ac:chgData name="坂本 慧" userId="5feb6440-eb45-4c09-902d-2ebbe8048c41" providerId="ADAL" clId="{56447402-45BC-42A8-B7DC-3903C332109E}" dt="2026-09-14T03:42:51.881" v="13421" actId="21"/>
          <ac:spMkLst>
            <pc:docMk/>
            <pc:sldMk cId="1455737570" sldId="2854"/>
            <ac:spMk id="19" creationId="{6C66CF3B-5422-A5A3-25A1-38F907311B76}"/>
          </ac:spMkLst>
        </pc:spChg>
        <pc:spChg chg="add del mod">
          <ac:chgData name="坂本 慧" userId="5feb6440-eb45-4c09-902d-2ebbe8048c41" providerId="ADAL" clId="{56447402-45BC-42A8-B7DC-3903C332109E}" dt="2026-09-14T03:42:51.881" v="13421" actId="21"/>
          <ac:spMkLst>
            <pc:docMk/>
            <pc:sldMk cId="1455737570" sldId="2854"/>
            <ac:spMk id="20" creationId="{AF487FED-7326-5890-8725-9A84ECD291BC}"/>
          </ac:spMkLst>
        </pc:spChg>
        <pc:spChg chg="add del mod">
          <ac:chgData name="坂本 慧" userId="5feb6440-eb45-4c09-902d-2ebbe8048c41" providerId="ADAL" clId="{56447402-45BC-42A8-B7DC-3903C332109E}" dt="2026-09-14T03:42:51.881" v="13421" actId="21"/>
          <ac:spMkLst>
            <pc:docMk/>
            <pc:sldMk cId="1455737570" sldId="2854"/>
            <ac:spMk id="21" creationId="{6789BA8D-A776-B0FE-2B12-B6E377F774AD}"/>
          </ac:spMkLst>
        </pc:spChg>
        <pc:spChg chg="add del mod">
          <ac:chgData name="坂本 慧" userId="5feb6440-eb45-4c09-902d-2ebbe8048c41" providerId="ADAL" clId="{56447402-45BC-42A8-B7DC-3903C332109E}" dt="2026-09-14T03:42:51.881" v="13421" actId="21"/>
          <ac:spMkLst>
            <pc:docMk/>
            <pc:sldMk cId="1455737570" sldId="2854"/>
            <ac:spMk id="22" creationId="{6051C173-9468-F2EE-F1E8-DBA16CC57263}"/>
          </ac:spMkLst>
        </pc:spChg>
        <pc:spChg chg="add mod">
          <ac:chgData name="坂本 慧" userId="5feb6440-eb45-4c09-902d-2ebbe8048c41" providerId="ADAL" clId="{56447402-45BC-42A8-B7DC-3903C332109E}" dt="2026-09-14T03:42:13.073" v="13413" actId="164"/>
          <ac:spMkLst>
            <pc:docMk/>
            <pc:sldMk cId="1455737570" sldId="2854"/>
            <ac:spMk id="24" creationId="{AF487FED-7326-5890-8725-9A84ECD291BC}"/>
          </ac:spMkLst>
        </pc:spChg>
        <pc:grpChg chg="add mod">
          <ac:chgData name="坂本 慧" userId="5feb6440-eb45-4c09-902d-2ebbe8048c41" providerId="ADAL" clId="{56447402-45BC-42A8-B7DC-3903C332109E}" dt="2026-09-14T03:42:07.101" v="13410" actId="164"/>
          <ac:grpSpMkLst>
            <pc:docMk/>
            <pc:sldMk cId="1455737570" sldId="2854"/>
            <ac:grpSpMk id="13" creationId="{B3B96785-915C-A46D-FC22-E61862AA0382}"/>
          </ac:grpSpMkLst>
        </pc:grpChg>
        <pc:grpChg chg="add mod">
          <ac:chgData name="坂本 慧" userId="5feb6440-eb45-4c09-902d-2ebbe8048c41" providerId="ADAL" clId="{56447402-45BC-42A8-B7DC-3903C332109E}" dt="2026-09-14T03:42:20.500" v="13416" actId="14100"/>
          <ac:grpSpMkLst>
            <pc:docMk/>
            <pc:sldMk cId="1455737570" sldId="2854"/>
            <ac:grpSpMk id="15" creationId="{1D898CC7-3EBE-03D4-4776-76B664B5C5F1}"/>
          </ac:grpSpMkLst>
        </pc:grpChg>
        <pc:graphicFrameChg chg="add mod ord modVis">
          <ac:chgData name="坂本 慧" userId="5feb6440-eb45-4c09-902d-2ebbe8048c41" providerId="ADAL" clId="{56447402-45BC-42A8-B7DC-3903C332109E}" dt="2026-08-30T16:19:51.419" v="13180"/>
          <ac:graphicFrameMkLst>
            <pc:docMk/>
            <pc:sldMk cId="1455737570" sldId="2854"/>
            <ac:graphicFrameMk id="10" creationId="{62B954A5-D613-6E55-88FF-7E6E8A98C5D3}"/>
          </ac:graphicFrameMkLst>
        </pc:graphicFrameChg>
      </pc:sldChg>
      <pc:sldChg chg="addSp delSp modSp new mod">
        <pc:chgData name="坂本 慧" userId="5feb6440-eb45-4c09-902d-2ebbe8048c41" providerId="ADAL" clId="{56447402-45BC-42A8-B7DC-3903C332109E}" dt="2026-08-30T16:22:58.168" v="13258" actId="554"/>
        <pc:sldMkLst>
          <pc:docMk/>
          <pc:sldMk cId="3403196613" sldId="2855"/>
        </pc:sldMkLst>
        <pc:spChg chg="mod">
          <ac:chgData name="坂本 慧" userId="5feb6440-eb45-4c09-902d-2ebbe8048c41" providerId="ADAL" clId="{56447402-45BC-42A8-B7DC-3903C332109E}" dt="2026-08-30T16:22:58.168" v="13258" actId="554"/>
          <ac:spMkLst>
            <pc:docMk/>
            <pc:sldMk cId="3403196613" sldId="2855"/>
            <ac:spMk id="6" creationId="{5BF749F5-55FA-84E3-1608-66D446ADDD9D}"/>
          </ac:spMkLst>
        </pc:spChg>
        <pc:spChg chg="add mod">
          <ac:chgData name="坂本 慧" userId="5feb6440-eb45-4c09-902d-2ebbe8048c41" providerId="ADAL" clId="{56447402-45BC-42A8-B7DC-3903C332109E}" dt="2026-08-30T16:22:52.807" v="13246" actId="555"/>
          <ac:spMkLst>
            <pc:docMk/>
            <pc:sldMk cId="3403196613" sldId="2855"/>
            <ac:spMk id="7" creationId="{F8FF1DFF-3DA1-8074-9D32-4B02DC057AEC}"/>
          </ac:spMkLst>
        </pc:spChg>
        <pc:spChg chg="mod">
          <ac:chgData name="坂本 慧" userId="5feb6440-eb45-4c09-902d-2ebbe8048c41" providerId="ADAL" clId="{56447402-45BC-42A8-B7DC-3903C332109E}" dt="2026-08-30T16:22:58.168" v="13258" actId="554"/>
          <ac:spMkLst>
            <pc:docMk/>
            <pc:sldMk cId="3403196613" sldId="2855"/>
            <ac:spMk id="44" creationId="{EA5132C8-FE2B-CE27-5E20-05B9466A1D74}"/>
          </ac:spMkLst>
        </pc:spChg>
        <pc:spChg chg="add mod">
          <ac:chgData name="坂本 慧" userId="5feb6440-eb45-4c09-902d-2ebbe8048c41" providerId="ADAL" clId="{56447402-45BC-42A8-B7DC-3903C332109E}" dt="2026-08-30T16:22:40.712" v="13243" actId="554"/>
          <ac:spMkLst>
            <pc:docMk/>
            <pc:sldMk cId="3403196613" sldId="2855"/>
            <ac:spMk id="56" creationId="{58A94D77-7A95-4721-BA5D-4C4615D24561}"/>
          </ac:spMkLst>
        </pc:spChg>
      </pc:sldChg>
      <pc:sldChg chg="addSp modSp new mod">
        <pc:chgData name="坂本 慧" userId="5feb6440-eb45-4c09-902d-2ebbe8048c41" providerId="ADAL" clId="{56447402-45BC-42A8-B7DC-3903C332109E}" dt="2026-09-14T03:43:15.065" v="13426" actId="164"/>
        <pc:sldMkLst>
          <pc:docMk/>
          <pc:sldMk cId="4013673097" sldId="2856"/>
        </pc:sldMkLst>
        <pc:spChg chg="add mod">
          <ac:chgData name="坂本 慧" userId="5feb6440-eb45-4c09-902d-2ebbe8048c41" providerId="ADAL" clId="{56447402-45BC-42A8-B7DC-3903C332109E}" dt="2026-09-14T03:43:15.065" v="13426" actId="164"/>
          <ac:spMkLst>
            <pc:docMk/>
            <pc:sldMk cId="4013673097" sldId="2856"/>
            <ac:spMk id="10" creationId="{C5239B2F-25A4-359B-0134-7FC3EE460C64}"/>
          </ac:spMkLst>
        </pc:spChg>
        <pc:spChg chg="add mod">
          <ac:chgData name="坂本 慧" userId="5feb6440-eb45-4c09-902d-2ebbe8048c41" providerId="ADAL" clId="{56447402-45BC-42A8-B7DC-3903C332109E}" dt="2026-09-14T03:43:03.428" v="13424" actId="164"/>
          <ac:spMkLst>
            <pc:docMk/>
            <pc:sldMk cId="4013673097" sldId="2856"/>
            <ac:spMk id="12" creationId="{8ADDF230-77A6-EEC6-463E-135F2B5DBF5C}"/>
          </ac:spMkLst>
        </pc:spChg>
        <pc:spChg chg="add mod">
          <ac:chgData name="坂本 慧" userId="5feb6440-eb45-4c09-902d-2ebbe8048c41" providerId="ADAL" clId="{56447402-45BC-42A8-B7DC-3903C332109E}" dt="2026-09-14T03:43:15.065" v="13426" actId="164"/>
          <ac:spMkLst>
            <pc:docMk/>
            <pc:sldMk cId="4013673097" sldId="2856"/>
            <ac:spMk id="14" creationId="{649B2C92-4838-E732-5E98-8A61D170A8C9}"/>
          </ac:spMkLst>
        </pc:spChg>
        <pc:spChg chg="add mod">
          <ac:chgData name="坂本 慧" userId="5feb6440-eb45-4c09-902d-2ebbe8048c41" providerId="ADAL" clId="{56447402-45BC-42A8-B7DC-3903C332109E}" dt="2026-09-14T03:43:03.428" v="13424" actId="164"/>
          <ac:spMkLst>
            <pc:docMk/>
            <pc:sldMk cId="4013673097" sldId="2856"/>
            <ac:spMk id="16" creationId="{7B831D9B-1EFB-AB23-1C50-F5292756336D}"/>
          </ac:spMkLst>
        </pc:spChg>
        <pc:spChg chg="add mod">
          <ac:chgData name="坂本 慧" userId="5feb6440-eb45-4c09-902d-2ebbe8048c41" providerId="ADAL" clId="{56447402-45BC-42A8-B7DC-3903C332109E}" dt="2026-09-14T03:43:11.615" v="13425" actId="164"/>
          <ac:spMkLst>
            <pc:docMk/>
            <pc:sldMk cId="4013673097" sldId="2856"/>
            <ac:spMk id="18" creationId="{26FC9AAC-277D-3058-2071-8662D46B4E98}"/>
          </ac:spMkLst>
        </pc:spChg>
        <pc:spChg chg="add mod">
          <ac:chgData name="坂本 慧" userId="5feb6440-eb45-4c09-902d-2ebbe8048c41" providerId="ADAL" clId="{56447402-45BC-42A8-B7DC-3903C332109E}" dt="2026-09-14T03:43:11.615" v="13425" actId="164"/>
          <ac:spMkLst>
            <pc:docMk/>
            <pc:sldMk cId="4013673097" sldId="2856"/>
            <ac:spMk id="20" creationId="{CBA211DC-F721-29CB-4D9D-AB5F186CD58C}"/>
          </ac:spMkLst>
        </pc:spChg>
        <pc:grpChg chg="add mod">
          <ac:chgData name="坂本 慧" userId="5feb6440-eb45-4c09-902d-2ebbe8048c41" providerId="ADAL" clId="{56447402-45BC-42A8-B7DC-3903C332109E}" dt="2026-09-14T03:43:03.428" v="13424" actId="164"/>
          <ac:grpSpMkLst>
            <pc:docMk/>
            <pc:sldMk cId="4013673097" sldId="2856"/>
            <ac:grpSpMk id="21" creationId="{82FDD8C5-6C4F-7AD6-167E-88FFDCB4C094}"/>
          </ac:grpSpMkLst>
        </pc:grpChg>
        <pc:grpChg chg="add mod">
          <ac:chgData name="坂本 慧" userId="5feb6440-eb45-4c09-902d-2ebbe8048c41" providerId="ADAL" clId="{56447402-45BC-42A8-B7DC-3903C332109E}" dt="2026-09-14T03:43:11.615" v="13425" actId="164"/>
          <ac:grpSpMkLst>
            <pc:docMk/>
            <pc:sldMk cId="4013673097" sldId="2856"/>
            <ac:grpSpMk id="22" creationId="{56A30B68-7FD2-6232-C819-F20441B46276}"/>
          </ac:grpSpMkLst>
        </pc:grpChg>
        <pc:grpChg chg="add mod">
          <ac:chgData name="坂本 慧" userId="5feb6440-eb45-4c09-902d-2ebbe8048c41" providerId="ADAL" clId="{56447402-45BC-42A8-B7DC-3903C332109E}" dt="2026-09-14T03:43:15.065" v="13426" actId="164"/>
          <ac:grpSpMkLst>
            <pc:docMk/>
            <pc:sldMk cId="4013673097" sldId="2856"/>
            <ac:grpSpMk id="23" creationId="{1CFD1F98-12FC-84BE-7D0C-400786B97EC5}"/>
          </ac:grpSpMkLst>
        </pc:grpChg>
      </pc:sldChg>
      <pc:sldMasterChg chg="addSp delSp modSp mod delSldLayout modSldLayout">
        <pc:chgData name="坂本 慧" userId="5feb6440-eb45-4c09-902d-2ebbe8048c41" providerId="ADAL" clId="{56447402-45BC-42A8-B7DC-3903C332109E}" dt="2026-09-14T03:42:29.996" v="13417" actId="21"/>
        <pc:sldMasterMkLst>
          <pc:docMk/>
          <pc:sldMasterMk cId="0" sldId="2147483648"/>
        </pc:sldMasterMkLst>
        <pc:spChg chg="mod ord">
          <ac:chgData name="坂本 慧" userId="5feb6440-eb45-4c09-902d-2ebbe8048c41" providerId="ADAL" clId="{56447402-45BC-42A8-B7DC-3903C332109E}" dt="2026-09-04T06:49:54.371" v="13370"/>
          <ac:spMkLst>
            <pc:docMk/>
            <pc:sldMasterMk cId="0" sldId="2147483648"/>
            <ac:spMk id="6" creationId="{51E855B0-C961-5D9D-4A5D-C501342F40A2}"/>
          </ac:spMkLst>
        </pc:spChg>
        <pc:spChg chg="add mod ord">
          <ac:chgData name="坂本 慧" userId="5feb6440-eb45-4c09-902d-2ebbe8048c41" providerId="ADAL" clId="{56447402-45BC-42A8-B7DC-3903C332109E}" dt="2026-09-04T06:49:54.371" v="13370"/>
          <ac:spMkLst>
            <pc:docMk/>
            <pc:sldMasterMk cId="0" sldId="2147483648"/>
            <ac:spMk id="7" creationId="{244C8385-0E42-C940-122D-78C87F6CAEEF}"/>
          </ac:spMkLst>
        </pc:spChg>
        <pc:spChg chg="add del mod ord">
          <ac:chgData name="坂本 慧" userId="5feb6440-eb45-4c09-902d-2ebbe8048c41" providerId="ADAL" clId="{56447402-45BC-42A8-B7DC-3903C332109E}" dt="2026-09-04T06:49:54.371" v="13370"/>
          <ac:spMkLst>
            <pc:docMk/>
            <pc:sldMasterMk cId="0" sldId="2147483648"/>
            <ac:spMk id="34" creationId="{9A722D8B-7D5A-AF8F-41AE-DF0D6C7E84DE}"/>
          </ac:spMkLst>
        </pc:spChg>
        <pc:spChg chg="mod ord">
          <ac:chgData name="坂本 慧" userId="5feb6440-eb45-4c09-902d-2ebbe8048c41" providerId="ADAL" clId="{56447402-45BC-42A8-B7DC-3903C332109E}" dt="2026-09-04T06:49:54.371" v="13370"/>
          <ac:spMkLst>
            <pc:docMk/>
            <pc:sldMasterMk cId="0" sldId="2147483648"/>
            <ac:spMk id="37" creationId="{0B82C2A2-EFD0-A16E-E83A-27A8723353E9}"/>
          </ac:spMkLst>
        </pc:spChg>
        <pc:spChg chg="mod">
          <ac:chgData name="坂本 慧" userId="5feb6440-eb45-4c09-902d-2ebbe8048c41" providerId="ADAL" clId="{56447402-45BC-42A8-B7DC-3903C332109E}" dt="2026-09-04T06:47:59.979" v="13336"/>
          <ac:spMkLst>
            <pc:docMk/>
            <pc:sldMasterMk cId="0" sldId="2147483648"/>
            <ac:spMk id="1026" creationId="{00000000-0000-0000-0000-000000000000}"/>
          </ac:spMkLst>
        </pc:spChg>
        <pc:spChg chg="mod">
          <ac:chgData name="坂本 慧" userId="5feb6440-eb45-4c09-902d-2ebbe8048c41" providerId="ADAL" clId="{56447402-45BC-42A8-B7DC-3903C332109E}" dt="2026-09-04T06:47:59.980" v="13337"/>
          <ac:spMkLst>
            <pc:docMk/>
            <pc:sldMasterMk cId="0" sldId="2147483648"/>
            <ac:spMk id="1027" creationId="{00000000-0000-0000-0000-000000000000}"/>
          </ac:spMkLst>
        </pc:spChg>
        <pc:spChg chg="mod">
          <ac:chgData name="坂本 慧" userId="5feb6440-eb45-4c09-902d-2ebbe8048c41" providerId="ADAL" clId="{56447402-45BC-42A8-B7DC-3903C332109E}" dt="2026-09-04T06:47:59.980" v="13338"/>
          <ac:spMkLst>
            <pc:docMk/>
            <pc:sldMasterMk cId="0" sldId="2147483648"/>
            <ac:spMk id="1030" creationId="{00000000-0000-0000-0000-000000000000}"/>
          </ac:spMkLst>
        </pc:spChg>
        <pc:graphicFrameChg chg="mod">
          <ac:chgData name="坂本 慧" userId="5feb6440-eb45-4c09-902d-2ebbe8048c41" providerId="ADAL" clId="{56447402-45BC-42A8-B7DC-3903C332109E}" dt="2026-09-04T06:49:55.125" v="13373" actId="1076"/>
          <ac:graphicFrameMkLst>
            <pc:docMk/>
            <pc:sldMasterMk cId="0" sldId="2147483648"/>
            <ac:graphicFrameMk id="3" creationId="{A0E55F83-82AF-B185-C322-D5B60798E3B9}"/>
          </ac:graphicFrameMkLst>
        </pc:graphicFrameChg>
        <pc:picChg chg="add del mod ord">
          <ac:chgData name="坂本 慧" userId="5feb6440-eb45-4c09-902d-2ebbe8048c41" providerId="ADAL" clId="{56447402-45BC-42A8-B7DC-3903C332109E}" dt="2026-09-04T06:49:54.371" v="13370"/>
          <ac:picMkLst>
            <pc:docMk/>
            <pc:sldMasterMk cId="0" sldId="2147483648"/>
            <ac:picMk id="22" creationId="{4EE04B1D-E248-8A80-5249-52C14F07C935}"/>
          </ac:picMkLst>
        </pc:picChg>
        <pc:sldLayoutChg chg="addSp delSp modSp mod">
          <pc:chgData name="坂本 慧" userId="5feb6440-eb45-4c09-902d-2ebbe8048c41" providerId="ADAL" clId="{56447402-45BC-42A8-B7DC-3903C332109E}" dt="2026-08-26T21:54:45.740" v="7937" actId="478"/>
          <pc:sldLayoutMkLst>
            <pc:docMk/>
            <pc:sldMasterMk cId="0" sldId="2147483648"/>
            <pc:sldLayoutMk cId="2391755111" sldId="2147483649"/>
          </pc:sldLayoutMkLst>
          <pc:spChg chg="add mod">
            <ac:chgData name="坂本 慧" userId="5feb6440-eb45-4c09-902d-2ebbe8048c41" providerId="ADAL" clId="{56447402-45BC-42A8-B7DC-3903C332109E}" dt="2026-08-26T17:14:57.060" v="5810"/>
            <ac:spMkLst>
              <pc:docMk/>
              <pc:sldMasterMk cId="0" sldId="2147483648"/>
              <pc:sldLayoutMk cId="2391755111" sldId="2147483649"/>
              <ac:spMk id="2" creationId="{EFC5248B-0FE2-5A99-513C-5AE386000C77}"/>
            </ac:spMkLst>
          </pc:spChg>
          <pc:spChg chg="mod">
            <ac:chgData name="坂本 慧" userId="5feb6440-eb45-4c09-902d-2ebbe8048c41" providerId="ADAL" clId="{56447402-45BC-42A8-B7DC-3903C332109E}" dt="2026-08-26T21:36:52.302" v="7618" actId="14100"/>
            <ac:spMkLst>
              <pc:docMk/>
              <pc:sldMasterMk cId="0" sldId="2147483648"/>
              <pc:sldLayoutMk cId="2391755111" sldId="2147483649"/>
              <ac:spMk id="6" creationId="{11605F1B-3A6C-AABF-65D0-420118391C11}"/>
            </ac:spMkLst>
          </pc:spChg>
          <pc:spChg chg="add mod">
            <ac:chgData name="坂本 慧" userId="5feb6440-eb45-4c09-902d-2ebbe8048c41" providerId="ADAL" clId="{56447402-45BC-42A8-B7DC-3903C332109E}" dt="2026-08-26T21:37:20.500" v="7657" actId="14100"/>
            <ac:spMkLst>
              <pc:docMk/>
              <pc:sldMasterMk cId="0" sldId="2147483648"/>
              <pc:sldLayoutMk cId="2391755111" sldId="2147483649"/>
              <ac:spMk id="7" creationId="{3B288235-7455-28CC-5C30-53EE039492CB}"/>
            </ac:spMkLst>
          </pc:spChg>
        </pc:sldLayoutChg>
        <pc:sldLayoutChg chg="addSp delSp modSp mod">
          <pc:chgData name="坂本 慧" userId="5feb6440-eb45-4c09-902d-2ebbe8048c41" providerId="ADAL" clId="{56447402-45BC-42A8-B7DC-3903C332109E}" dt="2026-09-14T03:39:14.393" v="13381"/>
          <pc:sldLayoutMkLst>
            <pc:docMk/>
            <pc:sldMasterMk cId="0" sldId="2147483648"/>
            <pc:sldLayoutMk cId="4069452581" sldId="2147483662"/>
          </pc:sldLayoutMkLst>
          <pc:spChg chg="add mod">
            <ac:chgData name="坂本 慧" userId="5feb6440-eb45-4c09-902d-2ebbe8048c41" providerId="ADAL" clId="{56447402-45BC-42A8-B7DC-3903C332109E}" dt="2026-08-26T21:54:06.058" v="7929" actId="14100"/>
            <ac:spMkLst>
              <pc:docMk/>
              <pc:sldMasterMk cId="0" sldId="2147483648"/>
              <pc:sldLayoutMk cId="4069452581" sldId="2147483662"/>
              <ac:spMk id="6" creationId="{DC0B9F42-D2C4-9B2A-26DC-3E6BBE41F7C6}"/>
            </ac:spMkLst>
          </pc:spChg>
          <pc:spChg chg="add mod">
            <ac:chgData name="坂本 慧" userId="5feb6440-eb45-4c09-902d-2ebbe8048c41" providerId="ADAL" clId="{56447402-45BC-42A8-B7DC-3903C332109E}" dt="2026-08-26T21:54:06.058" v="7929" actId="14100"/>
            <ac:spMkLst>
              <pc:docMk/>
              <pc:sldMasterMk cId="0" sldId="2147483648"/>
              <pc:sldLayoutMk cId="4069452581" sldId="2147483662"/>
              <ac:spMk id="8" creationId="{A77E6329-A0B2-33BD-EE08-9D25B925F91B}"/>
            </ac:spMkLst>
          </pc:spChg>
          <pc:spChg chg="add mod ord">
            <ac:chgData name="坂本 慧" userId="5feb6440-eb45-4c09-902d-2ebbe8048c41" providerId="ADAL" clId="{56447402-45BC-42A8-B7DC-3903C332109E}" dt="2026-08-26T21:51:23.224" v="7875" actId="404"/>
            <ac:spMkLst>
              <pc:docMk/>
              <pc:sldMasterMk cId="0" sldId="2147483648"/>
              <pc:sldLayoutMk cId="4069452581" sldId="2147483662"/>
              <ac:spMk id="49" creationId="{1F17FDA8-9DE4-DC49-2498-66BDF50EE2D9}"/>
            </ac:spMkLst>
          </pc:spChg>
          <pc:spChg chg="add mod">
            <ac:chgData name="坂本 慧" userId="5feb6440-eb45-4c09-902d-2ebbe8048c41" providerId="ADAL" clId="{56447402-45BC-42A8-B7DC-3903C332109E}" dt="2026-08-26T21:54:18.323" v="7933" actId="408"/>
            <ac:spMkLst>
              <pc:docMk/>
              <pc:sldMasterMk cId="0" sldId="2147483648"/>
              <pc:sldLayoutMk cId="4069452581" sldId="2147483662"/>
              <ac:spMk id="52" creationId="{BF025AEC-CF30-4D7E-354E-44A3D8EA3285}"/>
            </ac:spMkLst>
          </pc:spChg>
          <pc:spChg chg="add mod">
            <ac:chgData name="坂本 慧" userId="5feb6440-eb45-4c09-902d-2ebbe8048c41" providerId="ADAL" clId="{56447402-45BC-42A8-B7DC-3903C332109E}" dt="2026-08-26T21:54:16.942" v="7932" actId="408"/>
            <ac:spMkLst>
              <pc:docMk/>
              <pc:sldMasterMk cId="0" sldId="2147483648"/>
              <pc:sldLayoutMk cId="4069452581" sldId="2147483662"/>
              <ac:spMk id="53" creationId="{8ACF2ADE-6466-95BC-294E-224040255E8C}"/>
            </ac:spMkLst>
          </pc:spChg>
          <pc:spChg chg="add mod">
            <ac:chgData name="坂本 慧" userId="5feb6440-eb45-4c09-902d-2ebbe8048c41" providerId="ADAL" clId="{56447402-45BC-42A8-B7DC-3903C332109E}" dt="2026-08-26T21:54:19.399" v="7934" actId="408"/>
            <ac:spMkLst>
              <pc:docMk/>
              <pc:sldMasterMk cId="0" sldId="2147483648"/>
              <pc:sldLayoutMk cId="4069452581" sldId="2147483662"/>
              <ac:spMk id="54" creationId="{C4F8F933-18B4-CDE4-3E04-F9C882661F9F}"/>
            </ac:spMkLst>
          </pc:spChg>
          <pc:grpChg chg="add mod ord">
            <ac:chgData name="坂本 慧" userId="5feb6440-eb45-4c09-902d-2ebbe8048c41" providerId="ADAL" clId="{56447402-45BC-42A8-B7DC-3903C332109E}" dt="2026-08-26T21:54:13.790" v="7931" actId="408"/>
            <ac:grpSpMkLst>
              <pc:docMk/>
              <pc:sldMasterMk cId="0" sldId="2147483648"/>
              <pc:sldLayoutMk cId="4069452581" sldId="2147483662"/>
              <ac:grpSpMk id="9" creationId="{38444736-D8EC-E433-D4B6-37608948A00D}"/>
            </ac:grpSpMkLst>
          </pc:grpChg>
          <pc:graphicFrameChg chg="mod">
            <ac:chgData name="坂本 慧" userId="5feb6440-eb45-4c09-902d-2ebbe8048c41" providerId="ADAL" clId="{56447402-45BC-42A8-B7DC-3903C332109E}" dt="2026-09-14T03:39:14.393" v="13381"/>
            <ac:graphicFrameMkLst>
              <pc:docMk/>
              <pc:sldMasterMk cId="0" sldId="2147483648"/>
              <pc:sldLayoutMk cId="4069452581" sldId="2147483662"/>
              <ac:graphicFrameMk id="5" creationId="{E9ED6657-A6B6-44C6-4F10-76D688FBABCF}"/>
            </ac:graphicFrameMkLst>
          </pc:graphicFrameChg>
          <pc:picChg chg="add mod ord">
            <ac:chgData name="坂本 慧" userId="5feb6440-eb45-4c09-902d-2ebbe8048c41" providerId="ADAL" clId="{56447402-45BC-42A8-B7DC-3903C332109E}" dt="2026-08-26T23:54:18.713" v="11130" actId="29295"/>
            <ac:picMkLst>
              <pc:docMk/>
              <pc:sldMasterMk cId="0" sldId="2147483648"/>
              <pc:sldLayoutMk cId="4069452581" sldId="2147483662"/>
              <ac:picMk id="15" creationId="{1CFF7D3B-C27D-BE5E-FBD7-027415FE4CB4}"/>
            </ac:picMkLst>
          </pc:picChg>
          <pc:picChg chg="add mod ord modCrop">
            <ac:chgData name="坂本 慧" userId="5feb6440-eb45-4c09-902d-2ebbe8048c41" providerId="ADAL" clId="{56447402-45BC-42A8-B7DC-3903C332109E}" dt="2026-08-26T21:46:00.406" v="7825"/>
            <ac:picMkLst>
              <pc:docMk/>
              <pc:sldMasterMk cId="0" sldId="2147483648"/>
              <pc:sldLayoutMk cId="4069452581" sldId="2147483662"/>
              <ac:picMk id="48" creationId="{29814DD8-AC49-C28C-E0D8-7AB9BC4BFD2E}"/>
            </ac:picMkLst>
          </pc:picChg>
        </pc:sldLayoutChg>
        <pc:sldLayoutChg chg="addSp delSp modSp mod">
          <pc:chgData name="坂本 慧" userId="5feb6440-eb45-4c09-902d-2ebbe8048c41" providerId="ADAL" clId="{56447402-45BC-42A8-B7DC-3903C332109E}" dt="2026-08-26T22:18:55.207" v="8233" actId="1035"/>
          <pc:sldLayoutMkLst>
            <pc:docMk/>
            <pc:sldMasterMk cId="0" sldId="2147483648"/>
            <pc:sldLayoutMk cId="3902631105" sldId="2147483666"/>
          </pc:sldLayoutMkLst>
          <pc:spChg chg="mod">
            <ac:chgData name="坂本 慧" userId="5feb6440-eb45-4c09-902d-2ebbe8048c41" providerId="ADAL" clId="{56447402-45BC-42A8-B7DC-3903C332109E}" dt="2026-08-26T17:44:00.618" v="6824"/>
            <ac:spMkLst>
              <pc:docMk/>
              <pc:sldMasterMk cId="0" sldId="2147483648"/>
              <pc:sldLayoutMk cId="3902631105" sldId="2147483666"/>
              <ac:spMk id="2" creationId="{91A355B7-19D9-F1AF-6A34-E66F729D4FA2}"/>
            </ac:spMkLst>
          </pc:spChg>
          <pc:spChg chg="add mod">
            <ac:chgData name="坂本 慧" userId="5feb6440-eb45-4c09-902d-2ebbe8048c41" providerId="ADAL" clId="{56447402-45BC-42A8-B7DC-3903C332109E}" dt="2026-08-26T22:18:55.207" v="8233" actId="1035"/>
            <ac:spMkLst>
              <pc:docMk/>
              <pc:sldMasterMk cId="0" sldId="2147483648"/>
              <pc:sldLayoutMk cId="3902631105" sldId="2147483666"/>
              <ac:spMk id="4" creationId="{F351D4B8-BF10-4FAA-0473-7A33E827ED87}"/>
            </ac:spMkLst>
          </pc:spChg>
          <pc:spChg chg="add mod">
            <ac:chgData name="坂本 慧" userId="5feb6440-eb45-4c09-902d-2ebbe8048c41" providerId="ADAL" clId="{56447402-45BC-42A8-B7DC-3903C332109E}" dt="2026-08-26T17:35:32.695" v="6427" actId="14100"/>
            <ac:spMkLst>
              <pc:docMk/>
              <pc:sldMasterMk cId="0" sldId="2147483648"/>
              <pc:sldLayoutMk cId="3902631105" sldId="2147483666"/>
              <ac:spMk id="5" creationId="{DA216C55-5DDB-C13A-A185-5BDC2A83E7D5}"/>
            </ac:spMkLst>
          </pc:spChg>
          <pc:spChg chg="add mod">
            <ac:chgData name="坂本 慧" userId="5feb6440-eb45-4c09-902d-2ebbe8048c41" providerId="ADAL" clId="{56447402-45BC-42A8-B7DC-3903C332109E}" dt="2026-08-26T17:26:31.426" v="6137" actId="1036"/>
            <ac:spMkLst>
              <pc:docMk/>
              <pc:sldMasterMk cId="0" sldId="2147483648"/>
              <pc:sldLayoutMk cId="3902631105" sldId="2147483666"/>
              <ac:spMk id="7" creationId="{AF1D9986-C0FF-81B9-3FF0-26E5A2721B57}"/>
            </ac:spMkLst>
          </pc:spChg>
          <pc:spChg chg="add mod">
            <ac:chgData name="坂本 慧" userId="5feb6440-eb45-4c09-902d-2ebbe8048c41" providerId="ADAL" clId="{56447402-45BC-42A8-B7DC-3903C332109E}" dt="2026-08-26T17:44:13.761" v="6863"/>
            <ac:spMkLst>
              <pc:docMk/>
              <pc:sldMasterMk cId="0" sldId="2147483648"/>
              <pc:sldLayoutMk cId="3902631105" sldId="2147483666"/>
              <ac:spMk id="9" creationId="{8D8FD39D-7AC7-6DA6-7F3C-2E16A4B60EC0}"/>
            </ac:spMkLst>
          </pc:spChg>
        </pc:sldLayoutChg>
        <pc:sldLayoutChg chg="addSp delSp modSp mod">
          <pc:chgData name="坂本 慧" userId="5feb6440-eb45-4c09-902d-2ebbe8048c41" providerId="ADAL" clId="{56447402-45BC-42A8-B7DC-3903C332109E}" dt="2026-09-14T03:39:14.407" v="13383"/>
          <pc:sldLayoutMkLst>
            <pc:docMk/>
            <pc:sldMasterMk cId="0" sldId="2147483648"/>
            <pc:sldLayoutMk cId="3551655581" sldId="2147483668"/>
          </pc:sldLayoutMkLst>
          <pc:spChg chg="mod">
            <ac:chgData name="坂本 慧" userId="5feb6440-eb45-4c09-902d-2ebbe8048c41" providerId="ADAL" clId="{56447402-45BC-42A8-B7DC-3903C332109E}" dt="2026-08-26T17:45:42.780" v="6879"/>
            <ac:spMkLst>
              <pc:docMk/>
              <pc:sldMasterMk cId="0" sldId="2147483648"/>
              <pc:sldLayoutMk cId="3551655581" sldId="2147483668"/>
              <ac:spMk id="2" creationId="{91A355B7-19D9-F1AF-6A34-E66F729D4FA2}"/>
            </ac:spMkLst>
          </pc:spChg>
          <pc:spChg chg="add mod">
            <ac:chgData name="坂本 慧" userId="5feb6440-eb45-4c09-902d-2ebbe8048c41" providerId="ADAL" clId="{56447402-45BC-42A8-B7DC-3903C332109E}" dt="2026-08-26T22:19:09.996" v="8239" actId="1035"/>
            <ac:spMkLst>
              <pc:docMk/>
              <pc:sldMasterMk cId="0" sldId="2147483648"/>
              <pc:sldLayoutMk cId="3551655581" sldId="2147483668"/>
              <ac:spMk id="4" creationId="{C7F469AE-66EF-359E-DD6B-C9C3DBAD1CD7}"/>
            </ac:spMkLst>
          </pc:spChg>
          <pc:spChg chg="add mod">
            <ac:chgData name="坂本 慧" userId="5feb6440-eb45-4c09-902d-2ebbe8048c41" providerId="ADAL" clId="{56447402-45BC-42A8-B7DC-3903C332109E}" dt="2026-08-26T21:56:24.328" v="7941" actId="12"/>
            <ac:spMkLst>
              <pc:docMk/>
              <pc:sldMasterMk cId="0" sldId="2147483648"/>
              <pc:sldLayoutMk cId="3551655581" sldId="2147483668"/>
              <ac:spMk id="6" creationId="{FD672364-54D1-F249-FA6C-B88BEE101E5D}"/>
            </ac:spMkLst>
          </pc:spChg>
          <pc:graphicFrameChg chg="mod">
            <ac:chgData name="坂本 慧" userId="5feb6440-eb45-4c09-902d-2ebbe8048c41" providerId="ADAL" clId="{56447402-45BC-42A8-B7DC-3903C332109E}" dt="2026-09-14T03:39:14.407" v="13383"/>
            <ac:graphicFrameMkLst>
              <pc:docMk/>
              <pc:sldMasterMk cId="0" sldId="2147483648"/>
              <pc:sldLayoutMk cId="3551655581" sldId="2147483668"/>
              <ac:graphicFrameMk id="8" creationId="{74828837-C403-91ED-DD0A-6A65B08A0600}"/>
            </ac:graphicFrameMkLst>
          </pc:graphicFrameChg>
        </pc:sldLayoutChg>
        <pc:sldLayoutChg chg="addSp delSp modSp mod">
          <pc:chgData name="坂本 慧" userId="5feb6440-eb45-4c09-902d-2ebbe8048c41" providerId="ADAL" clId="{56447402-45BC-42A8-B7DC-3903C332109E}" dt="2026-09-14T03:41:00.614" v="13400" actId="21"/>
          <pc:sldLayoutMkLst>
            <pc:docMk/>
            <pc:sldMasterMk cId="0" sldId="2147483648"/>
            <pc:sldLayoutMk cId="2450832288" sldId="2147483669"/>
          </pc:sldLayoutMkLst>
          <pc:spChg chg="mod">
            <ac:chgData name="坂本 慧" userId="5feb6440-eb45-4c09-902d-2ebbe8048c41" providerId="ADAL" clId="{56447402-45BC-42A8-B7DC-3903C332109E}" dt="2026-08-26T22:01:47.403" v="8000"/>
            <ac:spMkLst>
              <pc:docMk/>
              <pc:sldMasterMk cId="0" sldId="2147483648"/>
              <pc:sldLayoutMk cId="2450832288" sldId="2147483669"/>
              <ac:spMk id="2" creationId="{91A355B7-19D9-F1AF-6A34-E66F729D4FA2}"/>
            </ac:spMkLst>
          </pc:spChg>
          <pc:spChg chg="mod">
            <ac:chgData name="坂本 慧" userId="5feb6440-eb45-4c09-902d-2ebbe8048c41" providerId="ADAL" clId="{56447402-45BC-42A8-B7DC-3903C332109E}" dt="2026-08-26T22:01:47.403" v="8001"/>
            <ac:spMkLst>
              <pc:docMk/>
              <pc:sldMasterMk cId="0" sldId="2147483648"/>
              <pc:sldLayoutMk cId="2450832288" sldId="2147483669"/>
              <ac:spMk id="3" creationId="{78574306-C66F-17B8-1BA3-4F0B221DE326}"/>
            </ac:spMkLst>
          </pc:spChg>
          <pc:spChg chg="add mod">
            <ac:chgData name="坂本 慧" userId="5feb6440-eb45-4c09-902d-2ebbe8048c41" providerId="ADAL" clId="{56447402-45BC-42A8-B7DC-3903C332109E}" dt="2026-08-26T22:01:47.405" v="8007"/>
            <ac:spMkLst>
              <pc:docMk/>
              <pc:sldMasterMk cId="0" sldId="2147483648"/>
              <pc:sldLayoutMk cId="2450832288" sldId="2147483669"/>
              <ac:spMk id="4" creationId="{556C4642-0B33-259B-83E4-61CF0F6D4225}"/>
            </ac:spMkLst>
          </pc:spChg>
          <pc:spChg chg="mod ord">
            <ac:chgData name="坂本 慧" userId="5feb6440-eb45-4c09-902d-2ebbe8048c41" providerId="ADAL" clId="{56447402-45BC-42A8-B7DC-3903C332109E}" dt="2026-08-26T22:01:47.404" v="8003"/>
            <ac:spMkLst>
              <pc:docMk/>
              <pc:sldMasterMk cId="0" sldId="2147483648"/>
              <pc:sldLayoutMk cId="2450832288" sldId="2147483669"/>
              <ac:spMk id="5" creationId="{DA216C55-5DDB-C13A-A185-5BDC2A83E7D5}"/>
            </ac:spMkLst>
          </pc:spChg>
          <pc:spChg chg="add mod">
            <ac:chgData name="坂本 慧" userId="5feb6440-eb45-4c09-902d-2ebbe8048c41" providerId="ADAL" clId="{56447402-45BC-42A8-B7DC-3903C332109E}" dt="2026-08-26T22:01:47.405" v="8008"/>
            <ac:spMkLst>
              <pc:docMk/>
              <pc:sldMasterMk cId="0" sldId="2147483648"/>
              <pc:sldLayoutMk cId="2450832288" sldId="2147483669"/>
              <ac:spMk id="6" creationId="{317F4C69-522F-18EB-6E0D-60E594FE25A3}"/>
            </ac:spMkLst>
          </pc:spChg>
          <pc:spChg chg="mod ord">
            <ac:chgData name="坂本 慧" userId="5feb6440-eb45-4c09-902d-2ebbe8048c41" providerId="ADAL" clId="{56447402-45BC-42A8-B7DC-3903C332109E}" dt="2026-08-26T22:01:47.405" v="8005"/>
            <ac:spMkLst>
              <pc:docMk/>
              <pc:sldMasterMk cId="0" sldId="2147483648"/>
              <pc:sldLayoutMk cId="2450832288" sldId="2147483669"/>
              <ac:spMk id="7" creationId="{AF1D9986-C0FF-81B9-3FF0-26E5A2721B57}"/>
            </ac:spMkLst>
          </pc:spChg>
          <pc:spChg chg="add del mod">
            <ac:chgData name="坂本 慧" userId="5feb6440-eb45-4c09-902d-2ebbe8048c41" providerId="ADAL" clId="{56447402-45BC-42A8-B7DC-3903C332109E}" dt="2026-08-26T22:01:52.877" v="8016" actId="478"/>
            <ac:spMkLst>
              <pc:docMk/>
              <pc:sldMasterMk cId="0" sldId="2147483648"/>
              <pc:sldLayoutMk cId="2450832288" sldId="2147483669"/>
              <ac:spMk id="9" creationId="{8D8FD39D-7AC7-6DA6-7F3C-2E16A4B60EC0}"/>
            </ac:spMkLst>
          </pc:spChg>
          <pc:spChg chg="add del">
            <ac:chgData name="坂本 慧" userId="5feb6440-eb45-4c09-902d-2ebbe8048c41" providerId="ADAL" clId="{56447402-45BC-42A8-B7DC-3903C332109E}" dt="2026-09-14T03:39:34.460" v="13386" actId="11529"/>
            <ac:spMkLst>
              <pc:docMk/>
              <pc:sldMasterMk cId="0" sldId="2147483648"/>
              <pc:sldLayoutMk cId="2450832288" sldId="2147483669"/>
              <ac:spMk id="10" creationId="{CB4BA0A9-D4F3-07E9-0D93-C1FBB0F0CEE9}"/>
            </ac:spMkLst>
          </pc:spChg>
          <pc:spChg chg="del mod topLvl">
            <ac:chgData name="坂本 慧" userId="5feb6440-eb45-4c09-902d-2ebbe8048c41" providerId="ADAL" clId="{56447402-45BC-42A8-B7DC-3903C332109E}" dt="2026-09-14T03:41:00.614" v="13400" actId="21"/>
            <ac:spMkLst>
              <pc:docMk/>
              <pc:sldMasterMk cId="0" sldId="2147483648"/>
              <pc:sldLayoutMk cId="2450832288" sldId="2147483669"/>
              <ac:spMk id="11" creationId="{A78A130D-ED49-C79A-6E2B-D93D618DF2B2}"/>
            </ac:spMkLst>
          </pc:spChg>
          <pc:spChg chg="add del mod">
            <ac:chgData name="坂本 慧" userId="5feb6440-eb45-4c09-902d-2ebbe8048c41" providerId="ADAL" clId="{56447402-45BC-42A8-B7DC-3903C332109E}" dt="2026-09-14T03:39:39.760" v="13387" actId="478"/>
            <ac:spMkLst>
              <pc:docMk/>
              <pc:sldMasterMk cId="0" sldId="2147483648"/>
              <pc:sldLayoutMk cId="2450832288" sldId="2147483669"/>
              <ac:spMk id="12" creationId="{DC79B428-2A2D-7C47-7E1B-C299B89F6BB9}"/>
            </ac:spMkLst>
          </pc:spChg>
          <pc:spChg chg="add del">
            <ac:chgData name="坂本 慧" userId="5feb6440-eb45-4c09-902d-2ebbe8048c41" providerId="ADAL" clId="{56447402-45BC-42A8-B7DC-3903C332109E}" dt="2026-09-14T03:39:43.819" v="13388" actId="11529"/>
            <ac:spMkLst>
              <pc:docMk/>
              <pc:sldMasterMk cId="0" sldId="2147483648"/>
              <pc:sldLayoutMk cId="2450832288" sldId="2147483669"/>
              <ac:spMk id="13" creationId="{BDCDDB76-1E74-5E33-A1E7-EAED153F0848}"/>
            </ac:spMkLst>
          </pc:spChg>
          <pc:spChg chg="del mod topLvl">
            <ac:chgData name="坂本 慧" userId="5feb6440-eb45-4c09-902d-2ebbe8048c41" providerId="ADAL" clId="{56447402-45BC-42A8-B7DC-3903C332109E}" dt="2026-09-14T03:41:00.614" v="13400" actId="21"/>
            <ac:spMkLst>
              <pc:docMk/>
              <pc:sldMasterMk cId="0" sldId="2147483648"/>
              <pc:sldLayoutMk cId="2450832288" sldId="2147483669"/>
              <ac:spMk id="14" creationId="{6C66CF3B-5422-A5A3-25A1-38F907311B76}"/>
            </ac:spMkLst>
          </pc:spChg>
          <pc:spChg chg="add del mod">
            <ac:chgData name="坂本 慧" userId="5feb6440-eb45-4c09-902d-2ebbe8048c41" providerId="ADAL" clId="{56447402-45BC-42A8-B7DC-3903C332109E}" dt="2026-09-14T03:40:35.445" v="13397" actId="478"/>
            <ac:spMkLst>
              <pc:docMk/>
              <pc:sldMasterMk cId="0" sldId="2147483648"/>
              <pc:sldLayoutMk cId="2450832288" sldId="2147483669"/>
              <ac:spMk id="15" creationId="{CD4ECE57-2459-D37B-A254-542CBB7661EF}"/>
            </ac:spMkLst>
          </pc:spChg>
          <pc:spChg chg="add del mod">
            <ac:chgData name="坂本 慧" userId="5feb6440-eb45-4c09-902d-2ebbe8048c41" providerId="ADAL" clId="{56447402-45BC-42A8-B7DC-3903C332109E}" dt="2026-09-14T03:41:00.614" v="13400" actId="21"/>
            <ac:spMkLst>
              <pc:docMk/>
              <pc:sldMasterMk cId="0" sldId="2147483648"/>
              <pc:sldLayoutMk cId="2450832288" sldId="2147483669"/>
              <ac:spMk id="16" creationId="{E8778FE7-3279-B3A3-3E4F-C1ADD9FEF300}"/>
            </ac:spMkLst>
          </pc:spChg>
          <pc:spChg chg="add del">
            <ac:chgData name="坂本 慧" userId="5feb6440-eb45-4c09-902d-2ebbe8048c41" providerId="ADAL" clId="{56447402-45BC-42A8-B7DC-3903C332109E}" dt="2026-09-14T03:40:32.842" v="13396" actId="11529"/>
            <ac:spMkLst>
              <pc:docMk/>
              <pc:sldMasterMk cId="0" sldId="2147483648"/>
              <pc:sldLayoutMk cId="2450832288" sldId="2147483669"/>
              <ac:spMk id="19" creationId="{6AD36789-A8B8-6447-577D-8A0F76972D7D}"/>
            </ac:spMkLst>
          </pc:spChg>
          <pc:spChg chg="add del mod">
            <ac:chgData name="坂本 慧" userId="5feb6440-eb45-4c09-902d-2ebbe8048c41" providerId="ADAL" clId="{56447402-45BC-42A8-B7DC-3903C332109E}" dt="2026-09-14T03:40:54.308" v="13399" actId="478"/>
            <ac:spMkLst>
              <pc:docMk/>
              <pc:sldMasterMk cId="0" sldId="2147483648"/>
              <pc:sldLayoutMk cId="2450832288" sldId="2147483669"/>
              <ac:spMk id="20" creationId="{969B597C-6571-3FE3-800C-C3A776FD509F}"/>
            </ac:spMkLst>
          </pc:spChg>
          <pc:spChg chg="add del mod">
            <ac:chgData name="坂本 慧" userId="5feb6440-eb45-4c09-902d-2ebbe8048c41" providerId="ADAL" clId="{56447402-45BC-42A8-B7DC-3903C332109E}" dt="2026-09-14T03:41:00.614" v="13400" actId="21"/>
            <ac:spMkLst>
              <pc:docMk/>
              <pc:sldMasterMk cId="0" sldId="2147483648"/>
              <pc:sldLayoutMk cId="2450832288" sldId="2147483669"/>
              <ac:spMk id="24" creationId="{AF487FED-7326-5890-8725-9A84ECD291BC}"/>
            </ac:spMkLst>
          </pc:spChg>
          <pc:graphicFrameChg chg="mod">
            <ac:chgData name="坂本 慧" userId="5feb6440-eb45-4c09-902d-2ebbe8048c41" providerId="ADAL" clId="{56447402-45BC-42A8-B7DC-3903C332109E}" dt="2026-09-14T03:39:14.412" v="13385"/>
            <ac:graphicFrameMkLst>
              <pc:docMk/>
              <pc:sldMasterMk cId="0" sldId="2147483648"/>
              <pc:sldLayoutMk cId="2450832288" sldId="2147483669"/>
              <ac:graphicFrameMk id="8" creationId="{74828837-C403-91ED-DD0A-6A65B08A0600}"/>
            </ac:graphicFrameMkLst>
          </pc:graphicFrameChg>
          <pc:cxnChg chg="add del mod">
            <ac:chgData name="坂本 慧" userId="5feb6440-eb45-4c09-902d-2ebbe8048c41" providerId="ADAL" clId="{56447402-45BC-42A8-B7DC-3903C332109E}" dt="2026-09-14T03:40:14.559" v="13395" actId="478"/>
            <ac:cxnSpMkLst>
              <pc:docMk/>
              <pc:sldMasterMk cId="0" sldId="2147483648"/>
              <pc:sldLayoutMk cId="2450832288" sldId="2147483669"/>
              <ac:cxnSpMk id="18" creationId="{58C93465-3000-070E-8BA4-3987910CE890}"/>
            </ac:cxnSpMkLst>
          </pc:cxnChg>
        </pc:sldLayoutChg>
        <pc:sldLayoutChg chg="addSp delSp modSp mod">
          <pc:chgData name="坂本 慧" userId="5feb6440-eb45-4c09-902d-2ebbe8048c41" providerId="ADAL" clId="{56447402-45BC-42A8-B7DC-3903C332109E}" dt="2026-09-14T03:42:29.996" v="13417" actId="21"/>
          <pc:sldLayoutMkLst>
            <pc:docMk/>
            <pc:sldMasterMk cId="0" sldId="2147483648"/>
            <pc:sldLayoutMk cId="2012502052" sldId="2147483670"/>
          </pc:sldLayoutMkLst>
          <pc:spChg chg="mod">
            <ac:chgData name="坂本 慧" userId="5feb6440-eb45-4c09-902d-2ebbe8048c41" providerId="ADAL" clId="{56447402-45BC-42A8-B7DC-3903C332109E}" dt="2026-08-26T22:16:37.504" v="8206" actId="408"/>
            <ac:spMkLst>
              <pc:docMk/>
              <pc:sldMasterMk cId="0" sldId="2147483648"/>
              <pc:sldLayoutMk cId="2012502052" sldId="2147483670"/>
              <ac:spMk id="4" creationId="{556C4642-0B33-259B-83E4-61CF0F6D4225}"/>
            </ac:spMkLst>
          </pc:spChg>
          <pc:spChg chg="mod">
            <ac:chgData name="坂本 慧" userId="5feb6440-eb45-4c09-902d-2ebbe8048c41" providerId="ADAL" clId="{56447402-45BC-42A8-B7DC-3903C332109E}" dt="2026-08-26T22:16:59.058" v="8212" actId="408"/>
            <ac:spMkLst>
              <pc:docMk/>
              <pc:sldMasterMk cId="0" sldId="2147483648"/>
              <pc:sldLayoutMk cId="2012502052" sldId="2147483670"/>
              <ac:spMk id="6" creationId="{317F4C69-522F-18EB-6E0D-60E594FE25A3}"/>
            </ac:spMkLst>
          </pc:spChg>
          <pc:spChg chg="add del mod">
            <ac:chgData name="坂本 慧" userId="5feb6440-eb45-4c09-902d-2ebbe8048c41" providerId="ADAL" clId="{56447402-45BC-42A8-B7DC-3903C332109E}" dt="2026-09-14T03:42:29.996" v="13417" actId="21"/>
            <ac:spMkLst>
              <pc:docMk/>
              <pc:sldMasterMk cId="0" sldId="2147483648"/>
              <pc:sldLayoutMk cId="2012502052" sldId="2147483670"/>
              <ac:spMk id="10" creationId="{6789BA8D-A776-B0FE-2B12-B6E377F774AD}"/>
            </ac:spMkLst>
          </pc:spChg>
          <pc:spChg chg="del mod">
            <ac:chgData name="坂本 慧" userId="5feb6440-eb45-4c09-902d-2ebbe8048c41" providerId="ADAL" clId="{56447402-45BC-42A8-B7DC-3903C332109E}" dt="2026-09-14T03:42:29.996" v="13417" actId="21"/>
            <ac:spMkLst>
              <pc:docMk/>
              <pc:sldMasterMk cId="0" sldId="2147483648"/>
              <pc:sldLayoutMk cId="2012502052" sldId="2147483670"/>
              <ac:spMk id="11" creationId="{A78A130D-ED49-C79A-6E2B-D93D618DF2B2}"/>
            </ac:spMkLst>
          </pc:spChg>
          <pc:spChg chg="add mod">
            <ac:chgData name="坂本 慧" userId="5feb6440-eb45-4c09-902d-2ebbe8048c41" providerId="ADAL" clId="{56447402-45BC-42A8-B7DC-3903C332109E}" dt="2026-08-26T22:16:37.504" v="8206" actId="408"/>
            <ac:spMkLst>
              <pc:docMk/>
              <pc:sldMasterMk cId="0" sldId="2147483648"/>
              <pc:sldLayoutMk cId="2012502052" sldId="2147483670"/>
              <ac:spMk id="12" creationId="{61DA8DCD-BB7A-EA63-3D62-8DFE1482E546}"/>
            </ac:spMkLst>
          </pc:spChg>
          <pc:spChg chg="add del mod">
            <ac:chgData name="坂本 慧" userId="5feb6440-eb45-4c09-902d-2ebbe8048c41" providerId="ADAL" clId="{56447402-45BC-42A8-B7DC-3903C332109E}" dt="2026-09-14T03:42:29.996" v="13417" actId="21"/>
            <ac:spMkLst>
              <pc:docMk/>
              <pc:sldMasterMk cId="0" sldId="2147483648"/>
              <pc:sldLayoutMk cId="2012502052" sldId="2147483670"/>
              <ac:spMk id="13" creationId="{6051C173-9468-F2EE-F1E8-DBA16CC57263}"/>
            </ac:spMkLst>
          </pc:spChg>
          <pc:spChg chg="del mod">
            <ac:chgData name="坂本 慧" userId="5feb6440-eb45-4c09-902d-2ebbe8048c41" providerId="ADAL" clId="{56447402-45BC-42A8-B7DC-3903C332109E}" dt="2026-09-14T03:42:29.996" v="13417" actId="21"/>
            <ac:spMkLst>
              <pc:docMk/>
              <pc:sldMasterMk cId="0" sldId="2147483648"/>
              <pc:sldLayoutMk cId="2012502052" sldId="2147483670"/>
              <ac:spMk id="14" creationId="{6C66CF3B-5422-A5A3-25A1-38F907311B76}"/>
            </ac:spMkLst>
          </pc:spChg>
          <pc:spChg chg="del mod">
            <ac:chgData name="坂本 慧" userId="5feb6440-eb45-4c09-902d-2ebbe8048c41" providerId="ADAL" clId="{56447402-45BC-42A8-B7DC-3903C332109E}" dt="2026-09-14T03:42:29.996" v="13417" actId="21"/>
            <ac:spMkLst>
              <pc:docMk/>
              <pc:sldMasterMk cId="0" sldId="2147483648"/>
              <pc:sldLayoutMk cId="2012502052" sldId="2147483670"/>
              <ac:spMk id="16" creationId="{E8778FE7-3279-B3A3-3E4F-C1ADD9FEF300}"/>
            </ac:spMkLst>
          </pc:spChg>
          <pc:spChg chg="del mod">
            <ac:chgData name="坂本 慧" userId="5feb6440-eb45-4c09-902d-2ebbe8048c41" providerId="ADAL" clId="{56447402-45BC-42A8-B7DC-3903C332109E}" dt="2026-09-14T03:42:29.996" v="13417" actId="21"/>
            <ac:spMkLst>
              <pc:docMk/>
              <pc:sldMasterMk cId="0" sldId="2147483648"/>
              <pc:sldLayoutMk cId="2012502052" sldId="2147483670"/>
              <ac:spMk id="24" creationId="{AF487FED-7326-5890-8725-9A84ECD291BC}"/>
            </ac:spMkLst>
          </pc:spChg>
        </pc:sldLayoutChg>
        <pc:sldLayoutChg chg="addSp delSp modSp mod">
          <pc:chgData name="坂本 慧" userId="5feb6440-eb45-4c09-902d-2ebbe8048c41" providerId="ADAL" clId="{56447402-45BC-42A8-B7DC-3903C332109E}" dt="2026-09-04T06:47:36.729" v="13323" actId="21"/>
          <pc:sldLayoutMkLst>
            <pc:docMk/>
            <pc:sldMasterMk cId="0" sldId="2147483648"/>
            <pc:sldLayoutMk cId="2736406792" sldId="2147483671"/>
          </pc:sldLayoutMkLst>
          <pc:spChg chg="mod">
            <ac:chgData name="坂本 慧" userId="5feb6440-eb45-4c09-902d-2ebbe8048c41" providerId="ADAL" clId="{56447402-45BC-42A8-B7DC-3903C332109E}" dt="2026-08-27T00:38:20.083" v="13106"/>
            <ac:spMkLst>
              <pc:docMk/>
              <pc:sldMasterMk cId="0" sldId="2147483648"/>
              <pc:sldLayoutMk cId="2736406792" sldId="2147483671"/>
              <ac:spMk id="2" creationId="{91A355B7-19D9-F1AF-6A34-E66F729D4FA2}"/>
            </ac:spMkLst>
          </pc:spChg>
          <pc:spChg chg="add mod">
            <ac:chgData name="坂本 慧" userId="5feb6440-eb45-4c09-902d-2ebbe8048c41" providerId="ADAL" clId="{56447402-45BC-42A8-B7DC-3903C332109E}" dt="2026-08-26T22:43:47.243" v="8720"/>
            <ac:spMkLst>
              <pc:docMk/>
              <pc:sldMasterMk cId="0" sldId="2147483648"/>
              <pc:sldLayoutMk cId="2736406792" sldId="2147483671"/>
              <ac:spMk id="6" creationId="{55A61C61-575B-8B39-BDA4-42C58DF14900}"/>
            </ac:spMkLst>
          </pc:spChg>
        </pc:sldLayoutChg>
      </pc:sldMasterChg>
      <pc:sldMasterChg chg="modSp mod">
        <pc:chgData name="坂本 慧" userId="5feb6440-eb45-4c09-902d-2ebbe8048c41" providerId="ADAL" clId="{56447402-45BC-42A8-B7DC-3903C332109E}" dt="2026-08-26T23:51:55.341" v="10974"/>
        <pc:sldMasterMkLst>
          <pc:docMk/>
          <pc:sldMasterMk cId="2115137155" sldId="2147483672"/>
        </pc:sldMasterMkLst>
        <pc:graphicFrameChg chg="mod">
          <ac:chgData name="坂本 慧" userId="5feb6440-eb45-4c09-902d-2ebbe8048c41" providerId="ADAL" clId="{56447402-45BC-42A8-B7DC-3903C332109E}" dt="2026-08-26T23:51:55.341" v="10974"/>
          <ac:graphicFrameMkLst>
            <pc:docMk/>
            <pc:sldMasterMk cId="2115137155" sldId="2147483672"/>
            <ac:graphicFrameMk id="2" creationId="{D720BFDE-AF3B-B116-5F69-618818FDA5AF}"/>
          </ac:graphicFrameMkLst>
        </pc:graphicFrameChg>
      </pc:sldMaster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業務用</c:v>
                </c:pt>
              </c:strCache>
            </c:strRef>
          </c:tx>
          <c:spPr>
            <a:solidFill>
              <a:srgbClr val="6F8DB9"/>
            </a:solidFill>
            <a:ln w="9525">
              <a:solidFill>
                <a:srgbClr val="FFFFFF"/>
              </a:solidFill>
            </a:ln>
          </c:spPr>
          <c:dLbls>
            <c:txPr>
              <a:bodyPr/>
              <a:lstStyle/>
              <a:p>
                <a:pPr>
                  <a:defRPr sz="900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</c:v>
                </c:pt>
                <c:pt idx="1">
                  <c:v>34</c:v>
                </c:pt>
                <c:pt idx="2">
                  <c:v>40</c:v>
                </c:pt>
                <c:pt idx="3">
                  <c:v>47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調味料</c:v>
                </c:pt>
              </c:strCache>
            </c:strRef>
          </c:tx>
          <c:spPr>
            <a:solidFill>
              <a:srgbClr val="9DB1CF"/>
            </a:solidFill>
            <a:ln w="9525">
              <a:solidFill>
                <a:srgbClr val="FFFFFF"/>
              </a:solidFill>
            </a:ln>
          </c:spPr>
          <c:dLbls>
            <c:txPr>
              <a:bodyPr/>
              <a:lstStyle/>
              <a:p>
                <a:pPr>
                  <a:defRPr sz="900">
                    <a:solidFill>
                      <a:srgbClr val="111111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2026予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52</c:v>
                </c:pt>
                <c:pt idx="1">
                  <c:v>53</c:v>
                </c:pt>
                <c:pt idx="2">
                  <c:v>52</c:v>
                </c:pt>
                <c:pt idx="3">
                  <c:v>52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チルド惣菜</c:v>
                </c:pt>
              </c:strCache>
            </c:strRef>
          </c:tx>
          <c:spPr>
            <a:solidFill>
              <a:srgbClr val="C3CFE1"/>
            </a:solidFill>
            <a:ln w="9525">
              <a:solidFill>
                <a:srgbClr val="FFFFFF"/>
              </a:solidFill>
            </a:ln>
          </c:spPr>
          <c:dLbls>
            <c:txPr>
              <a:bodyPr/>
              <a:lstStyle/>
              <a:p>
                <a:pPr>
                  <a:defRPr sz="900">
                    <a:solidFill>
                      <a:srgbClr val="111111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2026予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61</c:v>
                </c:pt>
                <c:pt idx="1">
                  <c:v>62</c:v>
                </c:pt>
                <c:pt idx="2">
                  <c:v>63</c:v>
                </c:pt>
                <c:pt idx="3">
                  <c:v>64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冷凍食品</c:v>
                </c:pt>
              </c:strCache>
            </c:strRef>
          </c:tx>
          <c:spPr>
            <a:solidFill>
              <a:srgbClr val="DFE5EF"/>
            </a:solidFill>
            <a:ln w="9525">
              <a:solidFill>
                <a:srgbClr val="FFFFFF"/>
              </a:solidFill>
            </a:ln>
          </c:spPr>
          <c:dLbls>
            <c:txPr>
              <a:bodyPr/>
              <a:lstStyle/>
              <a:p>
                <a:pPr>
                  <a:defRPr sz="900">
                    <a:solidFill>
                      <a:srgbClr val="111111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2026予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68</c:v>
                </c:pt>
                <c:pt idx="1">
                  <c:v>79</c:v>
                </c:pt>
                <c:pt idx="2">
                  <c:v>96</c:v>
                </c:pt>
                <c:pt idx="3">
                  <c:v>113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合計</c:v>
                </c:pt>
              </c:strCache>
            </c:strRef>
          </c:tx>
          <c:spPr>
            <a:noFill/>
            <a:ln>
              <a:noFill/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111111"/>
                        </a:solidFill>
                      </a:rPr>
                      <a:t>212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111111"/>
                        </a:solidFill>
                      </a:rPr>
                      <a:t>228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111111"/>
                        </a:solidFill>
                      </a:rPr>
                      <a:t>251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111111"/>
                        </a:solidFill>
                      </a:rPr>
                      <a:t>276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2026予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gapWidth val="7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4A4A4A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量販</c:v>
                </c:pt>
              </c:strCache>
            </c:strRef>
          </c:tx>
          <c:spPr>
            <a:solidFill>
              <a:srgbClr val="3F5A8A"/>
            </a:solidFill>
            <a:ln w="9525">
              <a:solidFill>
                <a:srgbClr val="FFFFFF"/>
              </a:solidFill>
            </a:ln>
          </c:spPr>
          <c:dLbls>
            <c:numFmt formatCode="0&quot;%&quot;;;;" sourceLinked="0"/>
            <c:txPr>
              <a:bodyPr/>
              <a:lstStyle/>
              <a:p>
                <a:pPr>
                  <a:defRPr sz="950" b="1">
                    <a:solidFill>
                      <a:srgbClr val="FFFFFF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2026予</c:v>
                </c:pt>
                <c:pt idx="1">
                  <c:v>2023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55</c:v>
                </c:pt>
                <c:pt idx="1">
                  <c:v>63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CVS</c:v>
                </c:pt>
              </c:strCache>
            </c:strRef>
          </c:tx>
          <c:spPr>
            <a:solidFill>
              <a:srgbClr val="6F8DB9"/>
            </a:solidFill>
            <a:ln w="9525">
              <a:solidFill>
                <a:srgbClr val="FFFFFF"/>
              </a:solidFill>
            </a:ln>
          </c:spPr>
          <c:dLbls>
            <c:numFmt formatCode="0&quot;%&quot;;;;" sourceLinked="0"/>
            <c:txPr>
              <a:bodyPr/>
              <a:lstStyle/>
              <a:p>
                <a:pPr>
                  <a:defRPr sz="950" b="1">
                    <a:solidFill>
                      <a:srgbClr val="FFFFFF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2026予</c:v>
                </c:pt>
                <c:pt idx="1">
                  <c:v>2023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11</c:v>
                </c:pt>
                <c:pt idx="1">
                  <c:v>12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外食・中食</c:v>
                </c:pt>
              </c:strCache>
            </c:strRef>
          </c:tx>
          <c:spPr>
            <a:solidFill>
              <a:srgbClr val="9DB1CF"/>
            </a:solidFill>
            <a:ln w="9525">
              <a:solidFill>
                <a:srgbClr val="FFFFFF"/>
              </a:solidFill>
            </a:ln>
          </c:spPr>
          <c:dLbls>
            <c:numFmt formatCode="0&quot;%&quot;;;;" sourceLinked="0"/>
            <c:txPr>
              <a:bodyPr/>
              <a:lstStyle/>
              <a:p>
                <a:pPr>
                  <a:defRPr sz="950" b="1">
                    <a:solidFill>
                      <a:srgbClr val="111111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2026予</c:v>
                </c:pt>
                <c:pt idx="1">
                  <c:v>2023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17</c:v>
                </c:pt>
                <c:pt idx="1">
                  <c:v>15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EC・ふるさと納税</c:v>
                </c:pt>
              </c:strCache>
            </c:strRef>
          </c:tx>
          <c:spPr>
            <a:solidFill>
              <a:srgbClr val="D9251D"/>
            </a:solidFill>
            <a:ln w="9525">
              <a:solidFill>
                <a:srgbClr val="FFFFFF"/>
              </a:solidFill>
            </a:ln>
          </c:spPr>
          <c:dLbls>
            <c:numFmt formatCode="0&quot;%&quot;;;;" sourceLinked="0"/>
            <c:txPr>
              <a:bodyPr/>
              <a:lstStyle/>
              <a:p>
                <a:pPr>
                  <a:defRPr sz="950" b="1">
                    <a:solidFill>
                      <a:srgbClr val="FFFFFF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2026予</c:v>
                </c:pt>
                <c:pt idx="1">
                  <c:v>2023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6</c:v>
                </c:pt>
                <c:pt idx="1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その他</c:v>
                </c:pt>
              </c:strCache>
            </c:strRef>
          </c:tx>
          <c:spPr>
            <a:solidFill>
              <a:srgbClr val="D8DADA"/>
            </a:solidFill>
            <a:ln w="9525">
              <a:solidFill>
                <a:srgbClr val="FFFFFF"/>
              </a:solidFill>
            </a:ln>
          </c:spPr>
          <c:dLbls>
            <c:numFmt formatCode="0&quot;%&quot;;;;" sourceLinked="0"/>
            <c:txPr>
              <a:bodyPr/>
              <a:lstStyle/>
              <a:p>
                <a:pPr>
                  <a:defRPr sz="950" b="1">
                    <a:solidFill>
                      <a:srgbClr val="111111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2026予</c:v>
                </c:pt>
                <c:pt idx="1">
                  <c:v>2023</c:v>
                </c:pt>
              </c:strCache>
            </c: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11</c:v>
                </c:pt>
                <c:pt idx="1">
                  <c:v>10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900">
          <a:latin typeface="Arial"/>
        </a:defRPr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1325" cy="534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662" tIns="45831" rIns="91662" bIns="45831" numCol="1" anchor="t" anchorCtr="0" compatLnSpc="1">
            <a:prstTxWarp prst="textNoShape">
              <a:avLst/>
            </a:prstTxWarp>
          </a:bodyPr>
          <a:lstStyle>
            <a:lvl1pPr defTabSz="917575">
              <a:defRPr sz="1200" smtClean="0"/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22700" y="0"/>
            <a:ext cx="2981325" cy="534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662" tIns="45831" rIns="91662" bIns="45831" numCol="1" anchor="t" anchorCtr="0" compatLnSpc="1">
            <a:prstTxWarp prst="textNoShape">
              <a:avLst/>
            </a:prstTxWarp>
          </a:bodyPr>
          <a:lstStyle>
            <a:lvl1pPr algn="r" defTabSz="917575">
              <a:defRPr sz="1200" smtClean="0"/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890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94825"/>
            <a:ext cx="2981325" cy="534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662" tIns="45831" rIns="91662" bIns="45831" numCol="1" anchor="b" anchorCtr="0" compatLnSpc="1">
            <a:prstTxWarp prst="textNoShape">
              <a:avLst/>
            </a:prstTxWarp>
          </a:bodyPr>
          <a:lstStyle>
            <a:lvl1pPr defTabSz="917575">
              <a:defRPr sz="1200" smtClean="0"/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890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22700" y="9394825"/>
            <a:ext cx="2981325" cy="534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662" tIns="45831" rIns="91662" bIns="45831" numCol="1" anchor="b" anchorCtr="0" compatLnSpc="1">
            <a:prstTxWarp prst="textNoShape">
              <a:avLst/>
            </a:prstTxWarp>
          </a:bodyPr>
          <a:lstStyle>
            <a:lvl1pPr algn="r" defTabSz="917575">
              <a:defRPr sz="1200" smtClean="0"/>
            </a:lvl1pPr>
          </a:lstStyle>
          <a:p>
            <a:pPr>
              <a:defRPr/>
            </a:pPr>
            <a:fld id="{57715CEF-FD4F-4EE3-910E-BC32EAFBD6D3}" type="slidenum">
              <a:rPr lang="en-US" altLang="ja-JP"/>
              <a:pPr>
                <a:defRPr/>
              </a:pPr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312327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662" tIns="45831" rIns="91662" bIns="45831" numCol="1" anchor="ctr" anchorCtr="0" compatLnSpc="1">
            <a:prstTxWarp prst="textNoShape">
              <a:avLst/>
            </a:prstTxWarp>
          </a:bodyPr>
          <a:lstStyle>
            <a:lvl1pPr defTabSz="917575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662" tIns="45831" rIns="91662" bIns="45831" numCol="1" anchor="ctr" anchorCtr="0" compatLnSpc="1">
            <a:prstTxWarp prst="textNoShape">
              <a:avLst/>
            </a:prstTxWarp>
          </a:bodyPr>
          <a:lstStyle>
            <a:lvl1pPr algn="r" defTabSz="917575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1200" y="744538"/>
            <a:ext cx="537845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3288"/>
            <a:ext cx="4984750" cy="4468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662" tIns="45831" rIns="91662" bIns="4583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662" tIns="45831" rIns="91662" bIns="45831" numCol="1" anchor="b" anchorCtr="0" compatLnSpc="1">
            <a:prstTxWarp prst="textNoShape">
              <a:avLst/>
            </a:prstTxWarp>
          </a:bodyPr>
          <a:lstStyle>
            <a:lvl1pPr defTabSz="917575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2975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662" tIns="45831" rIns="91662" bIns="45831" numCol="1" anchor="b" anchorCtr="0" compatLnSpc="1">
            <a:prstTxWarp prst="textNoShape">
              <a:avLst/>
            </a:prstTxWarp>
          </a:bodyPr>
          <a:lstStyle>
            <a:lvl1pPr algn="r" defTabSz="917575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081FFEF9-9ACD-4A97-BB83-C27864A5F5D3}" type="slidenum">
              <a:rPr lang="en-US" altLang="ja-JP"/>
              <a:pPr>
                <a:defRPr/>
              </a:pPr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08357374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ＭＳ Ｐ明朝" pitchFamily="18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ＭＳ Ｐ明朝" pitchFamily="18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ＭＳ Ｐ明朝" pitchFamily="18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ＭＳ Ｐ明朝" pitchFamily="18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ＭＳ Ｐ明朝" pitchFamily="18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3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3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3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3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6.bin"/><Relationship Id="rId4" Type="http://schemas.openxmlformats.org/officeDocument/2006/relationships/image" Target="../media/image3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3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9.bin"/><Relationship Id="rId4" Type="http://schemas.openxmlformats.org/officeDocument/2006/relationships/image" Target="../media/image6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9ED6657-A6B6-44C6-4F10-76D688FBABCF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994507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395" imgH="394" progId="TCLayout.ActiveDocument.1">
                  <p:embed/>
                </p:oleObj>
              </mc:Choice>
              <mc:Fallback>
                <p:oleObj name="thinkcellスライド" r:id="rId3" imgW="395" imgH="39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9ED6657-A6B6-44C6-4F10-76D688FBAB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8" name="図 47">
            <a:extLst>
              <a:ext uri="{FF2B5EF4-FFF2-40B4-BE49-F238E27FC236}">
                <a16:creationId xmlns:a16="http://schemas.microsoft.com/office/drawing/2014/main" id="{29814DD8-AC49-C28C-E0D8-7AB9BC4BFD2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-12" t="46" b="66"/>
          <a:stretch>
            <a:fillRect/>
          </a:stretch>
        </p:blipFill>
        <p:spPr>
          <a:xfrm>
            <a:off x="0" y="3176"/>
            <a:ext cx="9907200" cy="6854824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1CFF7D3B-C27D-BE5E-FBD7-027415FE4CB4}"/>
              </a:ext>
            </a:extLst>
          </p:cNvPr>
          <p:cNvPicPr>
            <a:picLocks/>
          </p:cNvPicPr>
          <p:nvPr userDrawn="1"/>
        </p:nvPicPr>
        <p:blipFill>
          <a:blip r:embed="rId6">
            <a:alphaModFix amt="75000"/>
          </a:blip>
          <a:stretch>
            <a:fillRect/>
          </a:stretch>
        </p:blipFill>
        <p:spPr>
          <a:xfrm>
            <a:off x="0" y="0"/>
            <a:ext cx="9907200" cy="6858000"/>
          </a:xfrm>
          <a:prstGeom prst="rect">
            <a:avLst/>
          </a:prstGeom>
        </p:spPr>
      </p:pic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1F17FDA8-9DE4-DC49-2498-66BDF50EE2D9}"/>
              </a:ext>
            </a:extLst>
          </p:cNvPr>
          <p:cNvSpPr txBox="1"/>
          <p:nvPr userDrawn="1"/>
        </p:nvSpPr>
        <p:spPr>
          <a:xfrm>
            <a:off x="2036676" y="6114782"/>
            <a:ext cx="58326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株式会社</a:t>
            </a:r>
            <a:r>
              <a:rPr kumimoji="1" lang="en-US" altLang="ja-JP" sz="1400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Neunon</a:t>
            </a:r>
            <a:r>
              <a:rPr kumimoji="1" lang="en-US" altLang="ja-JP" sz="1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Consulting</a:t>
            </a:r>
            <a:endParaRPr kumimoji="1" lang="ja-JP" altLang="en-US" sz="1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38444736-D8EC-E433-D4B6-37608948A00D}"/>
              </a:ext>
            </a:extLst>
          </p:cNvPr>
          <p:cNvGrpSpPr/>
          <p:nvPr userDrawn="1"/>
        </p:nvGrpSpPr>
        <p:grpSpPr>
          <a:xfrm>
            <a:off x="988838" y="1916832"/>
            <a:ext cx="7928324" cy="2880360"/>
            <a:chOff x="1139666" y="2194560"/>
            <a:chExt cx="8412480" cy="2880360"/>
          </a:xfrm>
        </p:grpSpPr>
        <p:sp>
          <p:nvSpPr>
            <p:cNvPr id="6" name="Shape 1">
              <a:extLst>
                <a:ext uri="{FF2B5EF4-FFF2-40B4-BE49-F238E27FC236}">
                  <a16:creationId xmlns:a16="http://schemas.microsoft.com/office/drawing/2014/main" id="{DC0B9F42-D2C4-9B2A-26DC-3E6BBE41F7C6}"/>
                </a:ext>
              </a:extLst>
            </p:cNvPr>
            <p:cNvSpPr/>
            <p:nvPr userDrawn="1"/>
          </p:nvSpPr>
          <p:spPr>
            <a:xfrm>
              <a:off x="1139666" y="2194560"/>
              <a:ext cx="8412480" cy="2880360"/>
            </a:xfrm>
            <a:prstGeom prst="rect">
              <a:avLst/>
            </a:prstGeom>
            <a:solidFill>
              <a:srgbClr val="F2F2F2">
                <a:alpha val="7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8" name="Shape 5">
              <a:extLst>
                <a:ext uri="{FF2B5EF4-FFF2-40B4-BE49-F238E27FC236}">
                  <a16:creationId xmlns:a16="http://schemas.microsoft.com/office/drawing/2014/main" id="{A77E6329-A0B2-33BD-EE08-9D25B925F91B}"/>
                </a:ext>
              </a:extLst>
            </p:cNvPr>
            <p:cNvSpPr/>
            <p:nvPr userDrawn="1"/>
          </p:nvSpPr>
          <p:spPr>
            <a:xfrm>
              <a:off x="4251960" y="3986784"/>
              <a:ext cx="2194560" cy="0"/>
            </a:xfrm>
            <a:prstGeom prst="line">
              <a:avLst/>
            </a:prstGeom>
            <a:noFill/>
            <a:ln w="6985">
              <a:solidFill>
                <a:srgbClr val="333333">
                  <a:alpha val="8000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52" name="テキスト プレースホルダー 10">
            <a:extLst>
              <a:ext uri="{FF2B5EF4-FFF2-40B4-BE49-F238E27FC236}">
                <a16:creationId xmlns:a16="http://schemas.microsoft.com/office/drawing/2014/main" id="{BF025AEC-CF30-4D7E-354E-44A3D8EA32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88838" y="2924944"/>
            <a:ext cx="7928324" cy="936104"/>
          </a:xfrm>
        </p:spPr>
        <p:txBody>
          <a:bodyPr anchor="ctr"/>
          <a:lstStyle>
            <a:lvl1pPr algn="ctr">
              <a:buNone/>
              <a:defRPr sz="2500" b="1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 dirty="0"/>
              <a:t>タイトル</a:t>
            </a:r>
          </a:p>
        </p:txBody>
      </p:sp>
      <p:sp>
        <p:nvSpPr>
          <p:cNvPr id="53" name="テキスト プレースホルダー 10">
            <a:extLst>
              <a:ext uri="{FF2B5EF4-FFF2-40B4-BE49-F238E27FC236}">
                <a16:creationId xmlns:a16="http://schemas.microsoft.com/office/drawing/2014/main" id="{8ACF2ADE-6466-95BC-294E-224040255E8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8838" y="2276872"/>
            <a:ext cx="7928324" cy="576064"/>
          </a:xfrm>
        </p:spPr>
        <p:txBody>
          <a:bodyPr anchor="ctr"/>
          <a:lstStyle>
            <a:lvl1pPr algn="ctr">
              <a:buNone/>
              <a:defRPr sz="13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 dirty="0"/>
              <a:t>クライアント名　御中</a:t>
            </a:r>
          </a:p>
        </p:txBody>
      </p:sp>
      <p:sp>
        <p:nvSpPr>
          <p:cNvPr id="54" name="テキスト プレースホルダー 10">
            <a:extLst>
              <a:ext uri="{FF2B5EF4-FFF2-40B4-BE49-F238E27FC236}">
                <a16:creationId xmlns:a16="http://schemas.microsoft.com/office/drawing/2014/main" id="{C4F8F933-18B4-CDE4-3E04-F9C882661F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88838" y="4005064"/>
            <a:ext cx="7928324" cy="385194"/>
          </a:xfrm>
        </p:spPr>
        <p:txBody>
          <a:bodyPr anchor="ctr"/>
          <a:lstStyle>
            <a:lvl1pPr algn="ctr">
              <a:buNone/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 dirty="0"/>
              <a:t>○○○○</a:t>
            </a:r>
            <a:r>
              <a:rPr kumimoji="1" lang="en-US" altLang="ja-JP" dirty="0"/>
              <a:t>/</a:t>
            </a:r>
            <a:r>
              <a:rPr kumimoji="1" lang="ja-JP" altLang="en-US" dirty="0"/>
              <a:t>○</a:t>
            </a:r>
            <a:r>
              <a:rPr kumimoji="1" lang="en-US" altLang="ja-JP" dirty="0"/>
              <a:t>/</a:t>
            </a:r>
            <a:r>
              <a:rPr kumimoji="1" lang="ja-JP" altLang="en-US" dirty="0"/>
              <a:t>○○</a:t>
            </a:r>
          </a:p>
        </p:txBody>
      </p:sp>
    </p:spTree>
    <p:extLst>
      <p:ext uri="{BB962C8B-B14F-4D97-AF65-F5344CB8AC3E}">
        <p14:creationId xmlns:p14="http://schemas.microsoft.com/office/powerpoint/2010/main" val="4069452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AE416D80-3C9F-E0D1-DDF5-C473D6DC7DC8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688778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395" imgH="394" progId="TCLayout.ActiveDocument.1">
                  <p:embed/>
                </p:oleObj>
              </mc:Choice>
              <mc:Fallback>
                <p:oleObj name="thinkcellスライド" r:id="rId3" imgW="395" imgH="39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E416D80-3C9F-E0D1-DDF5-C473D6DC7D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 dirty="0"/>
              <a:t>- </a:t>
            </a:r>
            <a:fld id="{66529EB8-B598-4F0A-B433-232CE0D6BB36}" type="slidenum">
              <a:rPr lang="en-US" altLang="ja-JP"/>
              <a:pPr>
                <a:defRPr/>
              </a:pPr>
              <a:t>‹#›</a:t>
            </a:fld>
            <a:r>
              <a:rPr lang="en-US" altLang="ja-JP" dirty="0"/>
              <a:t> -</a:t>
            </a:r>
          </a:p>
        </p:txBody>
      </p:sp>
      <p:sp>
        <p:nvSpPr>
          <p:cNvPr id="6" name="テキスト プレースホルダー 10">
            <a:extLst>
              <a:ext uri="{FF2B5EF4-FFF2-40B4-BE49-F238E27FC236}">
                <a16:creationId xmlns:a16="http://schemas.microsoft.com/office/drawing/2014/main" id="{11605F1B-3A6C-AABF-65D0-420118391C1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36576" y="2132856"/>
            <a:ext cx="8424936" cy="1465314"/>
          </a:xfrm>
        </p:spPr>
        <p:txBody>
          <a:bodyPr anchor="ctr"/>
          <a:lstStyle>
            <a:lvl1pPr algn="l">
              <a:buNone/>
              <a:defRPr sz="2400"/>
            </a:lvl1pPr>
          </a:lstStyle>
          <a:p>
            <a:pPr lvl="0"/>
            <a:r>
              <a:rPr kumimoji="1" lang="ja-JP" altLang="en-US" dirty="0"/>
              <a:t>中表紙</a:t>
            </a:r>
          </a:p>
        </p:txBody>
      </p:sp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FC5248B-0FE2-5A99-513C-5AE386000C7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BE9C9973-81B5-45E7-BCFE-F62FC26C0F3F}" type="datetime1">
              <a:rPr lang="ja-JP" altLang="en-US" smtClean="0"/>
              <a:t>2026/9/14</a:t>
            </a:fld>
            <a:endParaRPr lang="ja-JP" altLang="en-US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3B288235-7455-28CC-5C30-53EE039492CB}"/>
              </a:ext>
            </a:extLst>
          </p:cNvPr>
          <p:cNvSpPr/>
          <p:nvPr userDrawn="1"/>
        </p:nvSpPr>
        <p:spPr>
          <a:xfrm>
            <a:off x="1136576" y="3501008"/>
            <a:ext cx="5976664" cy="0"/>
          </a:xfrm>
          <a:prstGeom prst="line">
            <a:avLst/>
          </a:prstGeom>
          <a:noFill/>
          <a:ln w="8255">
            <a:solidFill>
              <a:srgbClr val="1E1E1E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391755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828837-C403-91ED-DD0A-6A65B08A0600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876522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395" imgH="394" progId="TCLayout.ActiveDocument.1">
                  <p:embed/>
                </p:oleObj>
              </mc:Choice>
              <mc:Fallback>
                <p:oleObj name="thinkcellスライド" r:id="rId3" imgW="395" imgH="394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828837-C403-91ED-DD0A-6A65B08A06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>
            <a:extLst>
              <a:ext uri="{FF2B5EF4-FFF2-40B4-BE49-F238E27FC236}">
                <a16:creationId xmlns:a16="http://schemas.microsoft.com/office/drawing/2014/main" id="{91A355B7-19D9-F1AF-6A34-E66F729D4F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4488" y="268661"/>
            <a:ext cx="9217024" cy="536103"/>
          </a:xfrm>
        </p:spPr>
        <p:txBody>
          <a:bodyPr vert="horz" rIns="36000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kumimoji="1" lang="ja-JP" altLang="en-US" dirty="0"/>
              <a:t>タイトル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8574306-C66F-17B8-1BA3-4F0B221DE3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ja-JP" dirty="0"/>
              <a:t>- </a:t>
            </a:r>
            <a:fld id="{58D3BF63-0B8B-40DF-876F-B581181B7E64}" type="slidenum">
              <a:rPr lang="en-US" altLang="ja-JP" smtClean="0"/>
              <a:pPr>
                <a:defRPr/>
              </a:pPr>
              <a:t>‹#›</a:t>
            </a:fld>
            <a:r>
              <a:rPr lang="en-US" altLang="ja-JP" dirty="0"/>
              <a:t> -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A216C55-5DDB-C13A-A185-5BDC2A83E7D5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424608" y="6669360"/>
            <a:ext cx="792088" cy="211636"/>
          </a:xfrm>
        </p:spPr>
        <p:txBody>
          <a:bodyPr/>
          <a:lstStyle/>
          <a:p>
            <a:fld id="{B347FE5A-D155-442E-B8BC-C8C1CE6B8C3C}" type="datetime1">
              <a:rPr lang="ja-JP" altLang="en-US" smtClean="0"/>
              <a:t>2026/9/14</a:t>
            </a:fld>
            <a:endParaRPr lang="ja-JP" altLang="en-US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AF1D9986-C0FF-81B9-3FF0-26E5A2721B57}"/>
              </a:ext>
            </a:extLst>
          </p:cNvPr>
          <p:cNvSpPr/>
          <p:nvPr userDrawn="1"/>
        </p:nvSpPr>
        <p:spPr>
          <a:xfrm>
            <a:off x="332948" y="836712"/>
            <a:ext cx="9240104" cy="0"/>
          </a:xfrm>
          <a:prstGeom prst="line">
            <a:avLst/>
          </a:prstGeom>
          <a:noFill/>
          <a:ln w="8255">
            <a:solidFill>
              <a:srgbClr val="1E1E1E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5A61C61-575B-8B39-BDA4-42C58DF14900}"/>
              </a:ext>
            </a:extLst>
          </p:cNvPr>
          <p:cNvSpPr>
            <a:spLocks noGrp="1" noChangeArrowheads="1"/>
          </p:cNvSpPr>
          <p:nvPr>
            <p:ph idx="1" hasCustomPrompt="1"/>
          </p:nvPr>
        </p:nvSpPr>
        <p:spPr bwMode="auto">
          <a:xfrm>
            <a:off x="332948" y="908722"/>
            <a:ext cx="9240104" cy="1008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2000" tIns="72000" rIns="72000" bIns="72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サブメッセージ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736406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828837-C403-91ED-DD0A-6A65B08A0600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876522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395" imgH="394" progId="TCLayout.ActiveDocument.1">
                  <p:embed/>
                </p:oleObj>
              </mc:Choice>
              <mc:Fallback>
                <p:oleObj name="thinkcellスライド" r:id="rId3" imgW="395" imgH="394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828837-C403-91ED-DD0A-6A65B08A06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>
            <a:extLst>
              <a:ext uri="{FF2B5EF4-FFF2-40B4-BE49-F238E27FC236}">
                <a16:creationId xmlns:a16="http://schemas.microsoft.com/office/drawing/2014/main" id="{91A355B7-19D9-F1AF-6A34-E66F729D4F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4488" y="268661"/>
            <a:ext cx="9217024" cy="536103"/>
          </a:xfrm>
        </p:spPr>
        <p:txBody>
          <a:bodyPr vert="horz" rIns="36000"/>
          <a:lstStyle>
            <a:lvl1pPr algn="ctr">
              <a:defRPr/>
            </a:lvl1pPr>
          </a:lstStyle>
          <a:p>
            <a:r>
              <a:rPr kumimoji="1" lang="ja-JP" altLang="en-US" dirty="0"/>
              <a:t>タイトル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8574306-C66F-17B8-1BA3-4F0B221DE3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ja-JP" dirty="0"/>
              <a:t>- </a:t>
            </a:r>
            <a:fld id="{58D3BF63-0B8B-40DF-876F-B581181B7E64}" type="slidenum">
              <a:rPr lang="en-US" altLang="ja-JP" smtClean="0"/>
              <a:pPr>
                <a:defRPr/>
              </a:pPr>
              <a:t>‹#›</a:t>
            </a:fld>
            <a:r>
              <a:rPr lang="en-US" altLang="ja-JP" dirty="0"/>
              <a:t> -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A216C55-5DDB-C13A-A185-5BDC2A83E7D5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424608" y="6669360"/>
            <a:ext cx="792088" cy="211636"/>
          </a:xfrm>
        </p:spPr>
        <p:txBody>
          <a:bodyPr/>
          <a:lstStyle/>
          <a:p>
            <a:fld id="{B347FE5A-D155-442E-B8BC-C8C1CE6B8C3C}" type="datetime1">
              <a:rPr lang="ja-JP" altLang="en-US" smtClean="0"/>
              <a:t>2026/9/14</a:t>
            </a:fld>
            <a:endParaRPr lang="ja-JP" altLang="en-US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AF1D9986-C0FF-81B9-3FF0-26E5A2721B57}"/>
              </a:ext>
            </a:extLst>
          </p:cNvPr>
          <p:cNvSpPr/>
          <p:nvPr userDrawn="1"/>
        </p:nvSpPr>
        <p:spPr>
          <a:xfrm>
            <a:off x="332948" y="836712"/>
            <a:ext cx="9240104" cy="0"/>
          </a:xfrm>
          <a:prstGeom prst="line">
            <a:avLst/>
          </a:prstGeom>
          <a:noFill/>
          <a:ln w="8255">
            <a:solidFill>
              <a:srgbClr val="1E1E1E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8D8FD39D-7AC7-6DA6-7F3C-2E16A4B60EC0}"/>
              </a:ext>
            </a:extLst>
          </p:cNvPr>
          <p:cNvSpPr>
            <a:spLocks noGrp="1" noChangeArrowheads="1"/>
          </p:cNvSpPr>
          <p:nvPr>
            <p:ph idx="1" hasCustomPrompt="1"/>
          </p:nvPr>
        </p:nvSpPr>
        <p:spPr bwMode="auto">
          <a:xfrm>
            <a:off x="332948" y="908722"/>
            <a:ext cx="9240104" cy="1008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2000" tIns="72000" rIns="72000" bIns="72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サブメッセージ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F351D4B8-BF10-4FAA-0473-7A33E827ED8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762000" y="2060848"/>
            <a:ext cx="8420100" cy="4114800"/>
          </a:xfrm>
        </p:spPr>
        <p:txBody>
          <a:bodyPr/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902631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（1グラフ用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828837-C403-91ED-DD0A-6A65B08A0600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966692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395" imgH="394" progId="TCLayout.ActiveDocument.1">
                  <p:embed/>
                </p:oleObj>
              </mc:Choice>
              <mc:Fallback>
                <p:oleObj name="thinkcellスライド" r:id="rId3" imgW="395" imgH="394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828837-C403-91ED-DD0A-6A65B08A06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>
            <a:extLst>
              <a:ext uri="{FF2B5EF4-FFF2-40B4-BE49-F238E27FC236}">
                <a16:creationId xmlns:a16="http://schemas.microsoft.com/office/drawing/2014/main" id="{91A355B7-19D9-F1AF-6A34-E66F729D4F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4488" y="268661"/>
            <a:ext cx="9217024" cy="536103"/>
          </a:xfrm>
        </p:spPr>
        <p:txBody>
          <a:bodyPr vert="horz" rIns="36000"/>
          <a:lstStyle>
            <a:lvl1pPr algn="ctr">
              <a:defRPr/>
            </a:lvl1pPr>
          </a:lstStyle>
          <a:p>
            <a:r>
              <a:rPr kumimoji="1" lang="ja-JP" altLang="en-US" dirty="0"/>
              <a:t>タイトル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8574306-C66F-17B8-1BA3-4F0B221DE3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ja-JP" dirty="0"/>
              <a:t>- </a:t>
            </a:r>
            <a:fld id="{58D3BF63-0B8B-40DF-876F-B581181B7E64}" type="slidenum">
              <a:rPr lang="en-US" altLang="ja-JP" smtClean="0"/>
              <a:pPr>
                <a:defRPr/>
              </a:pPr>
              <a:t>‹#›</a:t>
            </a:fld>
            <a:r>
              <a:rPr lang="en-US" altLang="ja-JP" dirty="0"/>
              <a:t> -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A216C55-5DDB-C13A-A185-5BDC2A83E7D5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424608" y="6669360"/>
            <a:ext cx="648072" cy="211636"/>
          </a:xfrm>
        </p:spPr>
        <p:txBody>
          <a:bodyPr/>
          <a:lstStyle/>
          <a:p>
            <a:fld id="{EFFB9FC0-30B8-4C25-8CF5-83C0E150D5C6}" type="datetime1">
              <a:rPr lang="ja-JP" altLang="en-US" smtClean="0"/>
              <a:t>2026/9/14</a:t>
            </a:fld>
            <a:endParaRPr lang="ja-JP" altLang="en-US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AF1D9986-C0FF-81B9-3FF0-26E5A2721B57}"/>
              </a:ext>
            </a:extLst>
          </p:cNvPr>
          <p:cNvSpPr/>
          <p:nvPr userDrawn="1"/>
        </p:nvSpPr>
        <p:spPr>
          <a:xfrm>
            <a:off x="332948" y="836712"/>
            <a:ext cx="9240104" cy="0"/>
          </a:xfrm>
          <a:prstGeom prst="line">
            <a:avLst/>
          </a:prstGeom>
          <a:noFill/>
          <a:ln w="8255">
            <a:solidFill>
              <a:srgbClr val="1E1E1E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D672364-54D1-F249-FA6C-B88BEE101E5D}"/>
              </a:ext>
            </a:extLst>
          </p:cNvPr>
          <p:cNvSpPr>
            <a:spLocks noGrp="1" noChangeArrowheads="1"/>
          </p:cNvSpPr>
          <p:nvPr>
            <p:ph idx="1" hasCustomPrompt="1"/>
          </p:nvPr>
        </p:nvSpPr>
        <p:spPr bwMode="auto">
          <a:xfrm>
            <a:off x="332948" y="908723"/>
            <a:ext cx="9240104" cy="4320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2000" tIns="72000" rIns="72000" bIns="72000" numCol="1" anchor="ctr" anchorCtr="0" compatLnSpc="1">
            <a:prstTxWarp prst="textNoShape">
              <a:avLst/>
            </a:prstTxWarp>
          </a:bodyPr>
          <a:lstStyle>
            <a:lvl1pPr marL="90900" indent="0" algn="ctr">
              <a:buNone/>
              <a:defRPr/>
            </a:lvl1pPr>
          </a:lstStyle>
          <a:p>
            <a:pPr lvl="0"/>
            <a:r>
              <a:rPr lang="ja-JP" altLang="en-US" dirty="0"/>
              <a:t>－ サブタイトル －</a:t>
            </a:r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C7F469AE-66EF-359E-DD6B-C9C3DBAD1CD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762000" y="1700808"/>
            <a:ext cx="8420100" cy="4114800"/>
          </a:xfrm>
        </p:spPr>
        <p:txBody>
          <a:bodyPr/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551655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828837-C403-91ED-DD0A-6A65B08A0600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322384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395" imgH="394" progId="TCLayout.ActiveDocument.1">
                  <p:embed/>
                </p:oleObj>
              </mc:Choice>
              <mc:Fallback>
                <p:oleObj name="thinkcellスライド" r:id="rId3" imgW="395" imgH="394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828837-C403-91ED-DD0A-6A65B08A06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>
            <a:extLst>
              <a:ext uri="{FF2B5EF4-FFF2-40B4-BE49-F238E27FC236}">
                <a16:creationId xmlns:a16="http://schemas.microsoft.com/office/drawing/2014/main" id="{91A355B7-19D9-F1AF-6A34-E66F729D4F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4488" y="268661"/>
            <a:ext cx="9217024" cy="536103"/>
          </a:xfrm>
        </p:spPr>
        <p:txBody>
          <a:bodyPr vert="horz" rIns="36000"/>
          <a:lstStyle>
            <a:lvl1pPr algn="ctr">
              <a:defRPr/>
            </a:lvl1pPr>
          </a:lstStyle>
          <a:p>
            <a:r>
              <a:rPr kumimoji="1" lang="ja-JP" altLang="en-US" dirty="0"/>
              <a:t>タイトル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8574306-C66F-17B8-1BA3-4F0B221DE3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ja-JP" dirty="0"/>
              <a:t>- </a:t>
            </a:r>
            <a:fld id="{58D3BF63-0B8B-40DF-876F-B581181B7E64}" type="slidenum">
              <a:rPr lang="en-US" altLang="ja-JP" smtClean="0"/>
              <a:pPr>
                <a:defRPr/>
              </a:pPr>
              <a:t>‹#›</a:t>
            </a:fld>
            <a:r>
              <a:rPr lang="en-US" altLang="ja-JP" dirty="0"/>
              <a:t> -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A216C55-5DDB-C13A-A185-5BDC2A83E7D5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424608" y="6669360"/>
            <a:ext cx="792088" cy="211636"/>
          </a:xfrm>
        </p:spPr>
        <p:txBody>
          <a:bodyPr/>
          <a:lstStyle/>
          <a:p>
            <a:fld id="{B347FE5A-D155-442E-B8BC-C8C1CE6B8C3C}" type="datetime1">
              <a:rPr lang="ja-JP" altLang="en-US" smtClean="0"/>
              <a:t>2026/9/14</a:t>
            </a:fld>
            <a:endParaRPr lang="ja-JP" altLang="en-US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AF1D9986-C0FF-81B9-3FF0-26E5A2721B57}"/>
              </a:ext>
            </a:extLst>
          </p:cNvPr>
          <p:cNvSpPr/>
          <p:nvPr userDrawn="1"/>
        </p:nvSpPr>
        <p:spPr>
          <a:xfrm>
            <a:off x="332948" y="836712"/>
            <a:ext cx="9240104" cy="0"/>
          </a:xfrm>
          <a:prstGeom prst="line">
            <a:avLst/>
          </a:prstGeom>
          <a:noFill/>
          <a:ln w="8255">
            <a:solidFill>
              <a:srgbClr val="1E1E1E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8D8FD39D-7AC7-6DA6-7F3C-2E16A4B60EC0}"/>
              </a:ext>
            </a:extLst>
          </p:cNvPr>
          <p:cNvSpPr>
            <a:spLocks noGrp="1" noChangeArrowheads="1"/>
          </p:cNvSpPr>
          <p:nvPr>
            <p:ph idx="1" hasCustomPrompt="1"/>
          </p:nvPr>
        </p:nvSpPr>
        <p:spPr bwMode="auto">
          <a:xfrm>
            <a:off x="332948" y="908722"/>
            <a:ext cx="9240104" cy="1008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2000" tIns="72000" rIns="72000" bIns="72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サブメッセージ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</p:txBody>
      </p:sp>
      <p:sp>
        <p:nvSpPr>
          <p:cNvPr id="4" name="コンテンツ プレースホルダー 9">
            <a:extLst>
              <a:ext uri="{FF2B5EF4-FFF2-40B4-BE49-F238E27FC236}">
                <a16:creationId xmlns:a16="http://schemas.microsoft.com/office/drawing/2014/main" id="{556C4642-0B33-259B-83E4-61CF0F6D422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7368" y="2420888"/>
            <a:ext cx="4106236" cy="388811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コンテンツ プレースホルダー 9">
            <a:extLst>
              <a:ext uri="{FF2B5EF4-FFF2-40B4-BE49-F238E27FC236}">
                <a16:creationId xmlns:a16="http://schemas.microsoft.com/office/drawing/2014/main" id="{317F4C69-522F-18EB-6E0D-60E594FE25A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41032" y="2420888"/>
            <a:ext cx="4106236" cy="388811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450832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4828837-C403-91ED-DD0A-6A65B08A0600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094727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395" imgH="394" progId="TCLayout.ActiveDocument.1">
                  <p:embed/>
                </p:oleObj>
              </mc:Choice>
              <mc:Fallback>
                <p:oleObj name="thinkcellスライド" r:id="rId3" imgW="395" imgH="394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828837-C403-91ED-DD0A-6A65B08A06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>
            <a:extLst>
              <a:ext uri="{FF2B5EF4-FFF2-40B4-BE49-F238E27FC236}">
                <a16:creationId xmlns:a16="http://schemas.microsoft.com/office/drawing/2014/main" id="{91A355B7-19D9-F1AF-6A34-E66F729D4F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4488" y="268661"/>
            <a:ext cx="9217024" cy="536103"/>
          </a:xfrm>
        </p:spPr>
        <p:txBody>
          <a:bodyPr vert="horz" rIns="36000"/>
          <a:lstStyle>
            <a:lvl1pPr algn="ctr">
              <a:defRPr/>
            </a:lvl1pPr>
          </a:lstStyle>
          <a:p>
            <a:r>
              <a:rPr kumimoji="1" lang="ja-JP" altLang="en-US" dirty="0"/>
              <a:t>タイトル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8574306-C66F-17B8-1BA3-4F0B221DE3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ja-JP" dirty="0"/>
              <a:t>- </a:t>
            </a:r>
            <a:fld id="{58D3BF63-0B8B-40DF-876F-B581181B7E64}" type="slidenum">
              <a:rPr lang="en-US" altLang="ja-JP" smtClean="0"/>
              <a:pPr>
                <a:defRPr/>
              </a:pPr>
              <a:t>‹#›</a:t>
            </a:fld>
            <a:r>
              <a:rPr lang="en-US" altLang="ja-JP" dirty="0"/>
              <a:t> -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A216C55-5DDB-C13A-A185-5BDC2A83E7D5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424608" y="6669360"/>
            <a:ext cx="792088" cy="211636"/>
          </a:xfrm>
        </p:spPr>
        <p:txBody>
          <a:bodyPr/>
          <a:lstStyle/>
          <a:p>
            <a:fld id="{B347FE5A-D155-442E-B8BC-C8C1CE6B8C3C}" type="datetime1">
              <a:rPr lang="ja-JP" altLang="en-US" smtClean="0"/>
              <a:t>2026/9/14</a:t>
            </a:fld>
            <a:endParaRPr lang="ja-JP" altLang="en-US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AF1D9986-C0FF-81B9-3FF0-26E5A2721B57}"/>
              </a:ext>
            </a:extLst>
          </p:cNvPr>
          <p:cNvSpPr/>
          <p:nvPr userDrawn="1"/>
        </p:nvSpPr>
        <p:spPr>
          <a:xfrm>
            <a:off x="332948" y="836712"/>
            <a:ext cx="9240104" cy="0"/>
          </a:xfrm>
          <a:prstGeom prst="line">
            <a:avLst/>
          </a:prstGeom>
          <a:noFill/>
          <a:ln w="8255">
            <a:solidFill>
              <a:srgbClr val="1E1E1E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8D8FD39D-7AC7-6DA6-7F3C-2E16A4B60EC0}"/>
              </a:ext>
            </a:extLst>
          </p:cNvPr>
          <p:cNvSpPr>
            <a:spLocks noGrp="1" noChangeArrowheads="1"/>
          </p:cNvSpPr>
          <p:nvPr>
            <p:ph idx="1" hasCustomPrompt="1"/>
          </p:nvPr>
        </p:nvSpPr>
        <p:spPr bwMode="auto">
          <a:xfrm>
            <a:off x="332948" y="908722"/>
            <a:ext cx="9240104" cy="1008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2000" tIns="72000" rIns="72000" bIns="72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サブメッセージ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</p:txBody>
      </p:sp>
      <p:sp>
        <p:nvSpPr>
          <p:cNvPr id="4" name="コンテンツ プレースホルダー 9">
            <a:extLst>
              <a:ext uri="{FF2B5EF4-FFF2-40B4-BE49-F238E27FC236}">
                <a16:creationId xmlns:a16="http://schemas.microsoft.com/office/drawing/2014/main" id="{556C4642-0B33-259B-83E4-61CF0F6D422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44488" y="2420888"/>
            <a:ext cx="2952328" cy="388811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コンテンツ プレースホルダー 9">
            <a:extLst>
              <a:ext uri="{FF2B5EF4-FFF2-40B4-BE49-F238E27FC236}">
                <a16:creationId xmlns:a16="http://schemas.microsoft.com/office/drawing/2014/main" id="{317F4C69-522F-18EB-6E0D-60E594FE25A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76837" y="2420888"/>
            <a:ext cx="2952328" cy="388811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2" name="コンテンツ プレースホルダー 9">
            <a:extLst>
              <a:ext uri="{FF2B5EF4-FFF2-40B4-BE49-F238E27FC236}">
                <a16:creationId xmlns:a16="http://schemas.microsoft.com/office/drawing/2014/main" id="{61DA8DCD-BB7A-EA63-3D62-8DFE1482E546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609186" y="2420888"/>
            <a:ext cx="2952328" cy="388811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012502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AA4A5727-8070-F4C9-B795-2A36F4FF591A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7089620"/>
              </p:ext>
            </p:extLst>
          </p:nvPr>
        </p:nvGraphicFramePr>
        <p:xfrm>
          <a:off x="1300" y="1605"/>
          <a:ext cx="1300" cy="15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349" imgH="349" progId="TCLayout.ActiveDocument.1">
                  <p:embed/>
                </p:oleObj>
              </mc:Choice>
              <mc:Fallback>
                <p:oleObj name="thinkcellスライド" r:id="rId3" imgW="349" imgH="349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A4A5727-8070-F4C9-B795-2A36F4FF59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00" y="1605"/>
                        <a:ext cx="1300" cy="15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8651711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9" Type="http://schemas.openxmlformats.org/officeDocument/2006/relationships/tags" Target="../tags/tag2.xml"/><Relationship Id="rId10" Type="http://schemas.openxmlformats.org/officeDocument/2006/relationships/oleObject" Target="../embeddings/oleObject1.bin"/><Relationship Id="rId11" Type="http://schemas.openxmlformats.org/officeDocument/2006/relationships/image" Target="../media/image1.emf"/><Relationship Id="rId12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theme" Target="../theme/theme2.xml"/><Relationship Id="rId3" Type="http://schemas.openxmlformats.org/officeDocument/2006/relationships/tags" Target="../tags/tag10.xml"/><Relationship Id="rId4" Type="http://schemas.openxmlformats.org/officeDocument/2006/relationships/oleObject" Target="../embeddings/oleObject8.bin"/><Relationship Id="rId5" Type="http://schemas.openxmlformats.org/officeDocument/2006/relationships/image" Target="../media/image6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A0E55F83-82AF-B185-C322-D5B60798E3B9}"/>
              </a:ext>
            </a:extLst>
          </p:cNvPr>
          <p:cNvGraphicFramePr>
            <a:graphicFrameLocks/>
          </p:cNvGraphicFramePr>
          <p:nvPr userDrawn="1"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2465725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10" imgW="398" imgH="405" progId="TCLayout.ActiveDocument.1">
                  <p:embed/>
                </p:oleObj>
              </mc:Choice>
              <mc:Fallback>
                <p:oleObj name="thinkcellスライド" r:id="rId10" imgW="398" imgH="40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0E55F83-82AF-B185-C322-D5B60798E3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44488" y="188640"/>
            <a:ext cx="9217024" cy="536103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/>
            <a:lightRig rig="threePt" dir="t"/>
          </a:scene3d>
          <a:sp3d>
            <a:bevelT w="101600" prst="riblet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マスター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402432"/>
            <a:ext cx="84201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2000" tIns="72000" rIns="72000" bIns="72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63137" y="6664014"/>
            <a:ext cx="488504" cy="2169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r">
              <a:lnSpc>
                <a:spcPct val="90000"/>
              </a:lnSpc>
              <a:defRPr sz="900" b="1" smtClean="0">
                <a:latin typeface="Arial" charset="0"/>
              </a:defRPr>
            </a:lvl1pPr>
          </a:lstStyle>
          <a:p>
            <a:pPr>
              <a:defRPr/>
            </a:pPr>
            <a:r>
              <a:rPr lang="en-US" altLang="ja-JP" dirty="0"/>
              <a:t>- </a:t>
            </a:r>
            <a:fld id="{58D3BF63-0B8B-40DF-876F-B581181B7E64}" type="slidenum">
              <a:rPr lang="en-US" altLang="ja-JP" smtClean="0"/>
              <a:pPr>
                <a:defRPr/>
              </a:pPr>
              <a:t>‹#›</a:t>
            </a:fld>
            <a:r>
              <a:rPr lang="en-US" altLang="ja-JP" dirty="0"/>
              <a:t> -</a:t>
            </a:r>
          </a:p>
        </p:txBody>
      </p:sp>
      <p:pic>
        <p:nvPicPr>
          <p:cNvPr id="22" name="図 21" descr="図形  AI 生成コンテンツは誤りを含む可能性があります。">
            <a:extLst>
              <a:ext uri="{FF2B5EF4-FFF2-40B4-BE49-F238E27FC236}">
                <a16:creationId xmlns:a16="http://schemas.microsoft.com/office/drawing/2014/main" id="{4EE04B1D-E248-8A80-5249-52C14F07C935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173" y="6680160"/>
            <a:ext cx="362266" cy="204230"/>
          </a:xfrm>
          <a:prstGeom prst="rect">
            <a:avLst/>
          </a:prstGeom>
        </p:spPr>
      </p:pic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9A722D8B-7D5A-AF8F-41AE-DF0D6C7E84DE}"/>
              </a:ext>
            </a:extLst>
          </p:cNvPr>
          <p:cNvSpPr>
            <a:spLocks/>
          </p:cNvSpPr>
          <p:nvPr userDrawn="1"/>
        </p:nvSpPr>
        <p:spPr bwMode="auto">
          <a:xfrm rot="10800000">
            <a:off x="342680" y="6669360"/>
            <a:ext cx="9214456" cy="21600"/>
          </a:xfrm>
          <a:prstGeom prst="rect">
            <a:avLst/>
          </a:prstGeom>
          <a:gradFill flip="none" rotWithShape="1">
            <a:gsLst>
              <a:gs pos="40000">
                <a:schemeClr val="accent4">
                  <a:lumMod val="75000"/>
                  <a:lumOff val="2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/>
              <a:ea typeface="ＭＳ Ｐゴシック" pitchFamily="50" charset="-128"/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0B82C2A2-EFD0-A16E-E83A-27A8723353E9}"/>
              </a:ext>
            </a:extLst>
          </p:cNvPr>
          <p:cNvSpPr txBox="1"/>
          <p:nvPr userDrawn="1"/>
        </p:nvSpPr>
        <p:spPr>
          <a:xfrm>
            <a:off x="674439" y="6669360"/>
            <a:ext cx="1038201" cy="2308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altLang="ja-JP" sz="900" dirty="0"/>
              <a:t>Confidential</a:t>
            </a:r>
            <a:endParaRPr lang="ja-JP" altLang="en-US" sz="900" dirty="0"/>
          </a:p>
        </p:txBody>
      </p:sp>
      <p:sp>
        <p:nvSpPr>
          <p:cNvPr id="6" name="日付プレースホルダー 5">
            <a:extLst>
              <a:ext uri="{FF2B5EF4-FFF2-40B4-BE49-F238E27FC236}">
                <a16:creationId xmlns:a16="http://schemas.microsoft.com/office/drawing/2014/main" id="{51E855B0-C961-5D9D-4A5D-C501342F40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24608" y="6669360"/>
            <a:ext cx="720080" cy="230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CECDF342-A9D2-4176-BD8F-31ED78063F8B}" type="datetime1">
              <a:rPr lang="ja-JP" altLang="en-US" smtClean="0"/>
              <a:t>2026/9/14</a:t>
            </a:fld>
            <a:endParaRPr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44C8385-0E42-C940-122D-78C87F6CAEEF}"/>
              </a:ext>
            </a:extLst>
          </p:cNvPr>
          <p:cNvSpPr txBox="1"/>
          <p:nvPr userDrawn="1"/>
        </p:nvSpPr>
        <p:spPr>
          <a:xfrm>
            <a:off x="1333499" y="6651228"/>
            <a:ext cx="28803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900" dirty="0"/>
              <a:t>|</a:t>
            </a:r>
            <a:endParaRPr kumimoji="1" lang="ja-JP" altLang="en-US" sz="9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49" r:id="rId2"/>
    <p:sldLayoutId id="2147483671" r:id="rId3"/>
    <p:sldLayoutId id="2147483666" r:id="rId4"/>
    <p:sldLayoutId id="2147483668" r:id="rId5"/>
    <p:sldLayoutId id="2147483669" r:id="rId6"/>
    <p:sldLayoutId id="2147483670" r:id="rId7"/>
  </p:sldLayoutIdLst>
  <p:hf hdr="0" ftr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20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2000">
          <a:solidFill>
            <a:schemeClr val="tx2"/>
          </a:solidFill>
          <a:latin typeface="Arial"/>
          <a:ea typeface="ＭＳ Ｐゴシック" pitchFamily="50" charset="-128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2000">
          <a:solidFill>
            <a:schemeClr val="tx2"/>
          </a:solidFill>
          <a:latin typeface="Arial"/>
          <a:ea typeface="ＭＳ Ｐゴシック" pitchFamily="50" charset="-128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2000">
          <a:solidFill>
            <a:schemeClr val="tx2"/>
          </a:solidFill>
          <a:latin typeface="Arial"/>
          <a:ea typeface="ＭＳ Ｐゴシック" pitchFamily="50" charset="-128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kumimoji="1" sz="2000">
          <a:solidFill>
            <a:schemeClr val="tx2"/>
          </a:solidFill>
          <a:latin typeface="Arial"/>
          <a:ea typeface="ＭＳ Ｐゴシック" pitchFamily="50" charset="-128"/>
        </a:defRPr>
      </a:lvl5pPr>
      <a:lvl6pPr marL="457200" algn="ctr" rtl="0" fontAlgn="base">
        <a:lnSpc>
          <a:spcPct val="90000"/>
        </a:lnSpc>
        <a:spcBef>
          <a:spcPct val="0"/>
        </a:spcBef>
        <a:spcAft>
          <a:spcPct val="0"/>
        </a:spcAft>
        <a:defRPr kumimoji="1" sz="2000">
          <a:solidFill>
            <a:schemeClr val="tx2"/>
          </a:solidFill>
          <a:latin typeface="Arial"/>
          <a:ea typeface="ＭＳ Ｐゴシック" pitchFamily="50" charset="-128"/>
        </a:defRPr>
      </a:lvl6pPr>
      <a:lvl7pPr marL="914400" algn="ctr" rtl="0" fontAlgn="base">
        <a:lnSpc>
          <a:spcPct val="90000"/>
        </a:lnSpc>
        <a:spcBef>
          <a:spcPct val="0"/>
        </a:spcBef>
        <a:spcAft>
          <a:spcPct val="0"/>
        </a:spcAft>
        <a:defRPr kumimoji="1" sz="2000">
          <a:solidFill>
            <a:schemeClr val="tx2"/>
          </a:solidFill>
          <a:latin typeface="Arial"/>
          <a:ea typeface="ＭＳ Ｐゴシック" pitchFamily="50" charset="-128"/>
        </a:defRPr>
      </a:lvl7pPr>
      <a:lvl8pPr marL="1371600" algn="ctr" rtl="0" fontAlgn="base">
        <a:lnSpc>
          <a:spcPct val="90000"/>
        </a:lnSpc>
        <a:spcBef>
          <a:spcPct val="0"/>
        </a:spcBef>
        <a:spcAft>
          <a:spcPct val="0"/>
        </a:spcAft>
        <a:defRPr kumimoji="1" sz="2000">
          <a:solidFill>
            <a:schemeClr val="tx2"/>
          </a:solidFill>
          <a:latin typeface="Arial"/>
          <a:ea typeface="ＭＳ Ｐゴシック" pitchFamily="50" charset="-128"/>
        </a:defRPr>
      </a:lvl8pPr>
      <a:lvl9pPr marL="1828800" algn="ctr" rtl="0" fontAlgn="base">
        <a:lnSpc>
          <a:spcPct val="90000"/>
        </a:lnSpc>
        <a:spcBef>
          <a:spcPct val="0"/>
        </a:spcBef>
        <a:spcAft>
          <a:spcPct val="0"/>
        </a:spcAft>
        <a:defRPr kumimoji="1" sz="2000">
          <a:solidFill>
            <a:schemeClr val="tx2"/>
          </a:solidFill>
          <a:latin typeface="Arial"/>
          <a:ea typeface="ＭＳ Ｐゴシック" pitchFamily="50" charset="-128"/>
        </a:defRPr>
      </a:lvl9pPr>
    </p:titleStyle>
    <p:bodyStyle>
      <a:lvl1pPr marL="342900" indent="-252000" algn="l" rtl="0" eaLnBrk="0" fontAlgn="base" hangingPunct="0">
        <a:spcBef>
          <a:spcPct val="30000"/>
        </a:spcBef>
        <a:spcAft>
          <a:spcPct val="0"/>
        </a:spcAft>
        <a:buFont typeface="Wingdings" panose="05000000000000000000" pitchFamily="2" charset="2"/>
        <a:buChar char="n"/>
        <a:defRPr kumimoji="1" sz="1600">
          <a:solidFill>
            <a:schemeClr val="tx1"/>
          </a:solidFill>
          <a:latin typeface="+mn-lt"/>
          <a:ea typeface="+mn-ea"/>
          <a:cs typeface="+mn-cs"/>
        </a:defRPr>
      </a:lvl1pPr>
      <a:lvl2pPr marL="539750" indent="-216000" algn="l" rtl="0" eaLnBrk="0" fontAlgn="base" hangingPunct="0">
        <a:spcBef>
          <a:spcPct val="30000"/>
        </a:spcBef>
        <a:spcAft>
          <a:spcPct val="0"/>
        </a:spcAft>
        <a:buFont typeface="ＭＳ Ｐゴシック" panose="020B0600070205080204" pitchFamily="50" charset="-128"/>
        <a:buChar char="–"/>
        <a:defRPr kumimoji="1" sz="1600">
          <a:solidFill>
            <a:schemeClr val="tx1"/>
          </a:solidFill>
          <a:latin typeface="+mn-lt"/>
          <a:ea typeface="+mn-ea"/>
        </a:defRPr>
      </a:lvl2pPr>
      <a:lvl3pPr marL="952500" indent="-216000" algn="l" rtl="0" eaLnBrk="0" fontAlgn="base" hangingPunct="0">
        <a:spcBef>
          <a:spcPct val="30000"/>
        </a:spcBef>
        <a:spcAft>
          <a:spcPct val="0"/>
        </a:spcAft>
        <a:buSzPct val="70000"/>
        <a:buFont typeface="Wingdings" panose="05000000000000000000" pitchFamily="2" charset="2"/>
        <a:buChar char="n"/>
        <a:defRPr kumimoji="1" sz="1600">
          <a:solidFill>
            <a:schemeClr val="tx1"/>
          </a:solidFill>
          <a:latin typeface="+mn-lt"/>
          <a:ea typeface="+mn-ea"/>
        </a:defRPr>
      </a:lvl3pPr>
      <a:lvl4pPr marL="1390650" indent="-216000" algn="l" rtl="0" eaLnBrk="0" fontAlgn="base" hangingPunct="0">
        <a:spcBef>
          <a:spcPct val="30000"/>
        </a:spcBef>
        <a:spcAft>
          <a:spcPct val="0"/>
        </a:spcAft>
        <a:buSzPct val="70000"/>
        <a:buFont typeface="ＭＳ Ｐゴシック" panose="020B0600070205080204" pitchFamily="50" charset="-128"/>
        <a:buChar char="–"/>
        <a:defRPr kumimoji="1" sz="1600">
          <a:solidFill>
            <a:schemeClr val="tx1"/>
          </a:solidFill>
          <a:latin typeface="+mn-lt"/>
          <a:ea typeface="+mn-ea"/>
        </a:defRPr>
      </a:lvl4pPr>
      <a:lvl5pPr marL="2073600" indent="-216000" algn="l" rtl="0" eaLnBrk="1" fontAlgn="base" hangingPunct="1">
        <a:spcBef>
          <a:spcPct val="30000"/>
        </a:spcBef>
        <a:spcAft>
          <a:spcPct val="0"/>
        </a:spcAft>
        <a:buSzPct val="50000"/>
        <a:buFont typeface="Wingdings" panose="05000000000000000000" pitchFamily="2" charset="2"/>
        <a:buChar char="n"/>
        <a:defRPr kumimoji="1" sz="1600">
          <a:solidFill>
            <a:schemeClr val="tx1"/>
          </a:solidFill>
          <a:latin typeface="+mn-lt"/>
          <a:ea typeface="+mn-ea"/>
        </a:defRPr>
      </a:lvl5pPr>
      <a:lvl6pPr marL="2266950" indent="-228600" algn="l" rtl="0" fontAlgn="base">
        <a:spcBef>
          <a:spcPct val="30000"/>
        </a:spcBef>
        <a:spcAft>
          <a:spcPct val="0"/>
        </a:spcAft>
        <a:buSzPct val="70000"/>
        <a:buChar char="–"/>
        <a:defRPr kumimoji="1">
          <a:solidFill>
            <a:schemeClr val="tx1"/>
          </a:solidFill>
          <a:latin typeface="+mn-lt"/>
          <a:ea typeface="+mn-ea"/>
        </a:defRPr>
      </a:lvl6pPr>
      <a:lvl7pPr marL="2724150" indent="-228600" algn="l" rtl="0" fontAlgn="base">
        <a:spcBef>
          <a:spcPct val="30000"/>
        </a:spcBef>
        <a:spcAft>
          <a:spcPct val="0"/>
        </a:spcAft>
        <a:buSzPct val="70000"/>
        <a:buChar char="–"/>
        <a:defRPr kumimoji="1">
          <a:solidFill>
            <a:schemeClr val="tx1"/>
          </a:solidFill>
          <a:latin typeface="+mn-lt"/>
          <a:ea typeface="+mn-ea"/>
        </a:defRPr>
      </a:lvl7pPr>
      <a:lvl8pPr marL="3181350" indent="-228600" algn="l" rtl="0" fontAlgn="base">
        <a:spcBef>
          <a:spcPct val="30000"/>
        </a:spcBef>
        <a:spcAft>
          <a:spcPct val="0"/>
        </a:spcAft>
        <a:buSzPct val="70000"/>
        <a:buChar char="–"/>
        <a:defRPr kumimoji="1">
          <a:solidFill>
            <a:schemeClr val="tx1"/>
          </a:solidFill>
          <a:latin typeface="+mn-lt"/>
          <a:ea typeface="+mn-ea"/>
        </a:defRPr>
      </a:lvl8pPr>
      <a:lvl9pPr marL="3638550" indent="-228600" algn="l" rtl="0" fontAlgn="base">
        <a:spcBef>
          <a:spcPct val="30000"/>
        </a:spcBef>
        <a:spcAft>
          <a:spcPct val="0"/>
        </a:spcAft>
        <a:buSzPct val="70000"/>
        <a:buChar char="–"/>
        <a:defRPr kumimoji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D720BFDE-AF3B-B116-5F69-618818FDA5AF}"/>
              </a:ext>
            </a:extLst>
          </p:cNvPr>
          <p:cNvGraphicFramePr>
            <a:graphicFrameLocks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188455963"/>
              </p:ext>
            </p:extLst>
          </p:nvPr>
        </p:nvGraphicFramePr>
        <p:xfrm>
          <a:off x="17204" y="11910"/>
          <a:ext cx="17203" cy="11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4" imgW="349" imgH="349" progId="TCLayout.ActiveDocument.1">
                  <p:embed/>
                </p:oleObj>
              </mc:Choice>
              <mc:Fallback>
                <p:oleObj name="thinkcellスライド" r:id="rId4" imgW="349" imgH="349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720BFDE-AF3B-B116-5F69-618818FDA5A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204" y="11910"/>
                        <a:ext cx="17203" cy="119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OuterGrid" hidden="1">
            <a:extLst>
              <a:ext uri="{FF2B5EF4-FFF2-40B4-BE49-F238E27FC236}">
                <a16:creationId xmlns:a16="http://schemas.microsoft.com/office/drawing/2014/main" id="{89F3C529-7BA1-142D-A375-C06E23B77EDC}"/>
              </a:ext>
            </a:extLst>
          </p:cNvPr>
          <p:cNvSpPr/>
          <p:nvPr userDrawn="1"/>
        </p:nvSpPr>
        <p:spPr>
          <a:xfrm>
            <a:off x="331511" y="1557363"/>
            <a:ext cx="9272683" cy="4500563"/>
          </a:xfrm>
          <a:prstGeom prst="rect">
            <a:avLst/>
          </a:prstGeom>
          <a:noFill/>
          <a:ln w="9525" cap="flat" cmpd="sng" algn="ctr">
            <a:solidFill>
              <a:srgbClr val="F04C3E"/>
            </a:solidFill>
            <a:prstDash val="dash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alpha val="0"/>
                  </a:schemeClr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3760" tIns="11880" rIns="23760" bIns="11880" rtlCol="0" anchor="ctr"/>
          <a:lstStyle/>
          <a:p>
            <a:pPr algn="ctr" rtl="0"/>
            <a:endParaRPr lang="en-US" sz="750" b="0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5137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hf hdr="0" ftr="0" dt="0"/>
  <p:txStyles>
    <p:titleStyle>
      <a:lvl1pPr algn="l" defTabSz="237570" rtl="0" eaLnBrk="1" latinLnBrk="0" hangingPunct="1">
        <a:lnSpc>
          <a:spcPct val="90000"/>
        </a:lnSpc>
        <a:spcBef>
          <a:spcPct val="0"/>
        </a:spcBef>
        <a:buNone/>
        <a:defRPr kumimoji="1" sz="75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293" indent="-36293" algn="l" defTabSz="23757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Font typeface="Arial" panose="020B0604020202020204" pitchFamily="34" charset="0"/>
        <a:buChar char="•"/>
        <a:defRPr kumimoji="1" sz="750" kern="1200">
          <a:solidFill>
            <a:schemeClr val="tx1"/>
          </a:solidFill>
          <a:latin typeface="+mn-lt"/>
          <a:ea typeface="+mn-ea"/>
          <a:cs typeface="+mn-cs"/>
        </a:defRPr>
      </a:lvl1pPr>
      <a:lvl2pPr marL="87855" indent="-41655" algn="l" defTabSz="23757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Font typeface="Symbol" panose="05050102010706020507" pitchFamily="18" charset="2"/>
        <a:buChar char="-"/>
        <a:defRPr kumimoji="1" sz="750" kern="1200">
          <a:solidFill>
            <a:schemeClr val="tx1"/>
          </a:solidFill>
          <a:latin typeface="+mn-lt"/>
          <a:ea typeface="+mn-ea"/>
          <a:cs typeface="+mn-cs"/>
        </a:defRPr>
      </a:lvl2pPr>
      <a:lvl3pPr marL="129098" indent="-43313" algn="l" defTabSz="23757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tx1"/>
        </a:buClr>
        <a:buFont typeface="Arial" panose="020B0604020202020204" pitchFamily="34" charset="0"/>
        <a:buChar char="•"/>
        <a:defRPr kumimoji="1" sz="750" kern="1200">
          <a:solidFill>
            <a:schemeClr val="tx1"/>
          </a:solidFill>
          <a:latin typeface="+mn-lt"/>
          <a:ea typeface="+mn-ea"/>
          <a:cs typeface="+mn-cs"/>
        </a:defRPr>
      </a:lvl3pPr>
      <a:lvl4pPr marL="178590" indent="-49493" algn="l" defTabSz="237570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kumimoji="1" sz="750" kern="1200">
          <a:solidFill>
            <a:schemeClr val="tx1"/>
          </a:solidFill>
          <a:latin typeface="+mn-lt"/>
          <a:ea typeface="+mn-ea"/>
          <a:cs typeface="+mn-cs"/>
        </a:defRPr>
      </a:lvl4pPr>
      <a:lvl5pPr marL="226433" indent="-44138" algn="l" defTabSz="237570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kumimoji="1" sz="750" kern="1200">
          <a:solidFill>
            <a:schemeClr val="tx1"/>
          </a:solidFill>
          <a:latin typeface="+mn-lt"/>
          <a:ea typeface="+mn-ea"/>
          <a:cs typeface="+mn-cs"/>
        </a:defRPr>
      </a:lvl5pPr>
      <a:lvl6pPr marL="653318" indent="-59393" algn="l" defTabSz="237570" rtl="0" eaLnBrk="1" latinLnBrk="0" hangingPunct="1">
        <a:lnSpc>
          <a:spcPct val="90000"/>
        </a:lnSpc>
        <a:spcBef>
          <a:spcPts val="128"/>
        </a:spcBef>
        <a:buFont typeface="Arial" panose="020B0604020202020204" pitchFamily="34" charset="0"/>
        <a:buChar char="•"/>
        <a:defRPr kumimoji="1" sz="750" kern="1200">
          <a:solidFill>
            <a:schemeClr val="tx1"/>
          </a:solidFill>
          <a:latin typeface="+mn-lt"/>
          <a:ea typeface="+mn-ea"/>
          <a:cs typeface="+mn-cs"/>
        </a:defRPr>
      </a:lvl6pPr>
      <a:lvl7pPr marL="772103" indent="-59393" algn="l" defTabSz="237570" rtl="0" eaLnBrk="1" latinLnBrk="0" hangingPunct="1">
        <a:lnSpc>
          <a:spcPct val="90000"/>
        </a:lnSpc>
        <a:spcBef>
          <a:spcPts val="128"/>
        </a:spcBef>
        <a:buFont typeface="Arial" panose="020B0604020202020204" pitchFamily="34" charset="0"/>
        <a:buChar char="•"/>
        <a:defRPr kumimoji="1" sz="750" kern="1200">
          <a:solidFill>
            <a:schemeClr val="tx1"/>
          </a:solidFill>
          <a:latin typeface="+mn-lt"/>
          <a:ea typeface="+mn-ea"/>
          <a:cs typeface="+mn-cs"/>
        </a:defRPr>
      </a:lvl7pPr>
      <a:lvl8pPr marL="890888" indent="-59393" algn="l" defTabSz="237570" rtl="0" eaLnBrk="1" latinLnBrk="0" hangingPunct="1">
        <a:lnSpc>
          <a:spcPct val="90000"/>
        </a:lnSpc>
        <a:spcBef>
          <a:spcPts val="128"/>
        </a:spcBef>
        <a:buFont typeface="Arial" panose="020B0604020202020204" pitchFamily="34" charset="0"/>
        <a:buChar char="•"/>
        <a:defRPr kumimoji="1" sz="750" kern="1200">
          <a:solidFill>
            <a:schemeClr val="tx1"/>
          </a:solidFill>
          <a:latin typeface="+mn-lt"/>
          <a:ea typeface="+mn-ea"/>
          <a:cs typeface="+mn-cs"/>
        </a:defRPr>
      </a:lvl8pPr>
      <a:lvl9pPr marL="1009673" indent="-59393" algn="l" defTabSz="237570" rtl="0" eaLnBrk="1" latinLnBrk="0" hangingPunct="1">
        <a:lnSpc>
          <a:spcPct val="90000"/>
        </a:lnSpc>
        <a:spcBef>
          <a:spcPts val="128"/>
        </a:spcBef>
        <a:buFont typeface="Arial" panose="020B0604020202020204" pitchFamily="34" charset="0"/>
        <a:buChar char="•"/>
        <a:defRPr kumimoji="1" sz="7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37570" rtl="0" eaLnBrk="1" latinLnBrk="0" hangingPunct="1">
        <a:defRPr kumimoji="1" sz="750" kern="1200">
          <a:solidFill>
            <a:schemeClr val="tx1"/>
          </a:solidFill>
          <a:latin typeface="+mn-lt"/>
          <a:ea typeface="+mn-ea"/>
          <a:cs typeface="+mn-cs"/>
        </a:defRPr>
      </a:lvl1pPr>
      <a:lvl2pPr marL="118793" algn="l" defTabSz="237570" rtl="0" eaLnBrk="1" latinLnBrk="0" hangingPunct="1">
        <a:defRPr kumimoji="1" sz="750" kern="1200">
          <a:solidFill>
            <a:schemeClr val="tx1"/>
          </a:solidFill>
          <a:latin typeface="+mn-lt"/>
          <a:ea typeface="+mn-ea"/>
          <a:cs typeface="+mn-cs"/>
        </a:defRPr>
      </a:lvl2pPr>
      <a:lvl3pPr marL="237570" algn="l" defTabSz="237570" rtl="0" eaLnBrk="1" latinLnBrk="0" hangingPunct="1">
        <a:defRPr kumimoji="1" sz="750" kern="1200">
          <a:solidFill>
            <a:schemeClr val="tx1"/>
          </a:solidFill>
          <a:latin typeface="+mn-lt"/>
          <a:ea typeface="+mn-ea"/>
          <a:cs typeface="+mn-cs"/>
        </a:defRPr>
      </a:lvl3pPr>
      <a:lvl4pPr marL="356355" algn="l" defTabSz="237570" rtl="0" eaLnBrk="1" latinLnBrk="0" hangingPunct="1">
        <a:defRPr kumimoji="1" sz="750" kern="1200">
          <a:solidFill>
            <a:schemeClr val="tx1"/>
          </a:solidFill>
          <a:latin typeface="+mn-lt"/>
          <a:ea typeface="+mn-ea"/>
          <a:cs typeface="+mn-cs"/>
        </a:defRPr>
      </a:lvl4pPr>
      <a:lvl5pPr marL="475140" algn="l" defTabSz="237570" rtl="0" eaLnBrk="1" latinLnBrk="0" hangingPunct="1">
        <a:defRPr kumimoji="1" sz="750" kern="1200">
          <a:solidFill>
            <a:schemeClr val="tx1"/>
          </a:solidFill>
          <a:latin typeface="+mn-lt"/>
          <a:ea typeface="+mn-ea"/>
          <a:cs typeface="+mn-cs"/>
        </a:defRPr>
      </a:lvl5pPr>
      <a:lvl6pPr marL="593925" algn="l" defTabSz="237570" rtl="0" eaLnBrk="1" latinLnBrk="0" hangingPunct="1">
        <a:defRPr kumimoji="1" sz="750" kern="1200">
          <a:solidFill>
            <a:schemeClr val="tx1"/>
          </a:solidFill>
          <a:latin typeface="+mn-lt"/>
          <a:ea typeface="+mn-ea"/>
          <a:cs typeface="+mn-cs"/>
        </a:defRPr>
      </a:lvl6pPr>
      <a:lvl7pPr marL="712710" algn="l" defTabSz="237570" rtl="0" eaLnBrk="1" latinLnBrk="0" hangingPunct="1">
        <a:defRPr kumimoji="1" sz="750" kern="1200">
          <a:solidFill>
            <a:schemeClr val="tx1"/>
          </a:solidFill>
          <a:latin typeface="+mn-lt"/>
          <a:ea typeface="+mn-ea"/>
          <a:cs typeface="+mn-cs"/>
        </a:defRPr>
      </a:lvl7pPr>
      <a:lvl8pPr marL="831495" algn="l" defTabSz="237570" rtl="0" eaLnBrk="1" latinLnBrk="0" hangingPunct="1">
        <a:defRPr kumimoji="1" sz="750" kern="1200">
          <a:solidFill>
            <a:schemeClr val="tx1"/>
          </a:solidFill>
          <a:latin typeface="+mn-lt"/>
          <a:ea typeface="+mn-ea"/>
          <a:cs typeface="+mn-cs"/>
        </a:defRPr>
      </a:lvl8pPr>
      <a:lvl9pPr marL="950280" algn="l" defTabSz="237570" rtl="0" eaLnBrk="1" latinLnBrk="0" hangingPunct="1">
        <a:defRPr kumimoji="1" sz="7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0">
          <p15:clr>
            <a:srgbClr val="F26B43"/>
          </p15:clr>
        </p15:guide>
        <p15:guide id="2" pos="20">
          <p15:clr>
            <a:srgbClr val="F26B43"/>
          </p15:clr>
        </p15:guide>
        <p15:guide id="3" pos="559">
          <p15:clr>
            <a:srgbClr val="F26B43"/>
          </p15:clr>
        </p15:guide>
        <p15:guide id="5" orient="horz" pos="509">
          <p15:clr>
            <a:srgbClr val="F26B43"/>
          </p15:clr>
        </p15:guide>
        <p15:guide id="6" orient="horz" pos="98">
          <p15:clr>
            <a:srgbClr val="F26B43"/>
          </p15:clr>
        </p15:guide>
        <p15:guide id="8" pos="288">
          <p15:clr>
            <a:srgbClr val="F26B43"/>
          </p15:clr>
        </p15:guide>
        <p15:guide id="9" orient="horz" pos="318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0">
                <a:solidFill>
                  <a:srgbClr val="111111"/>
                </a:solidFill>
              </a:rPr>
              <a:t>サンプル食品株式会社（1）　業績・事業構成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914400"/>
            <a:ext cx="92445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1400" b="1">
                <a:solidFill>
                  <a:srgbClr val="111111"/>
                </a:solidFill>
              </a:rPr>
              <a:t>冷凍食品が成長をけん引し、3年で売上は約3割増。営業利益率も4.6%から5.3%へ改善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6647688"/>
            <a:ext cx="9144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900" b="0">
                <a:solidFill>
                  <a:srgbClr val="111111"/>
                </a:solidFill>
              </a:rPr>
              <a:t>2026/10/22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665976"/>
            <a:ext cx="777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sz="900" b="0">
                <a:solidFill>
                  <a:srgbClr val="111111"/>
                </a:solidFill>
              </a:rPr>
              <a:t>- 1 -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" y="6382512"/>
            <a:ext cx="8595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800" b="0">
                <a:solidFill>
                  <a:srgbClr val="626262"/>
                </a:solidFill>
              </a:rPr>
              <a:t>出所：</a:t>
            </a:r>
            <a:r>
              <a:rPr sz="800" b="0">
                <a:solidFill>
                  <a:srgbClr val="626262"/>
                </a:solidFill>
              </a:rPr>
              <a:t>決算公告・会社案内を想定。説明用に作成したサンプル（実在企業の情報ではない）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" y="1463040"/>
            <a:ext cx="1901952" cy="969264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20623" y="1517904"/>
            <a:ext cx="1783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900" b="1">
                <a:solidFill>
                  <a:srgbClr val="626262"/>
                </a:solidFill>
              </a:rPr>
              <a:t>売上高（2026/3期予想）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3" y="1737360"/>
            <a:ext cx="1783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2400" b="1">
                <a:solidFill>
                  <a:srgbClr val="111111"/>
                </a:solidFill>
              </a:rPr>
              <a:t>276</a:t>
            </a:r>
            <a:r>
              <a:rPr sz="1100" b="1">
                <a:solidFill>
                  <a:srgbClr val="111111"/>
                </a:solidFill>
              </a:rPr>
              <a:t> 億円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3" y="2176272"/>
            <a:ext cx="1783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850" b="0">
                <a:solidFill>
                  <a:srgbClr val="626262"/>
                </a:solidFill>
              </a:rPr>
              <a:t>前期比 +10%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463040"/>
            <a:ext cx="1901952" cy="969264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414016" y="1517904"/>
            <a:ext cx="1783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900" b="1">
                <a:solidFill>
                  <a:srgbClr val="626262"/>
                </a:solidFill>
              </a:rPr>
              <a:t>営業利益率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14016" y="1737360"/>
            <a:ext cx="1783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2400" b="1">
                <a:solidFill>
                  <a:srgbClr val="111111"/>
                </a:solidFill>
              </a:rPr>
              <a:t>5.3</a:t>
            </a:r>
            <a:r>
              <a:rPr sz="1100" b="1">
                <a:solidFill>
                  <a:srgbClr val="111111"/>
                </a:solidFill>
              </a:rPr>
              <a:t>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14016" y="2176272"/>
            <a:ext cx="1783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850" b="0">
                <a:solidFill>
                  <a:srgbClr val="626262"/>
                </a:solidFill>
              </a:rPr>
              <a:t>2023年度 4.6% から +0.7pt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" y="2542032"/>
            <a:ext cx="1901952" cy="969264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20623" y="2596896"/>
            <a:ext cx="1783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900" b="1">
                <a:solidFill>
                  <a:srgbClr val="626262"/>
                </a:solidFill>
              </a:rPr>
              <a:t>冷凍食品の売上比率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" y="2816352"/>
            <a:ext cx="1783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2400" b="1">
                <a:solidFill>
                  <a:srgbClr val="111111"/>
                </a:solidFill>
              </a:rPr>
              <a:t>41</a:t>
            </a:r>
            <a:r>
              <a:rPr sz="1100" b="1">
                <a:solidFill>
                  <a:srgbClr val="111111"/>
                </a:solidFill>
              </a:rPr>
              <a:t>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3" y="3255264"/>
            <a:ext cx="1783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850" b="0">
                <a:solidFill>
                  <a:srgbClr val="626262"/>
                </a:solidFill>
              </a:rPr>
              <a:t>2023年度 32%。中計で50%へ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542032"/>
            <a:ext cx="1901952" cy="969264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2414016" y="2596896"/>
            <a:ext cx="1783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900" b="1">
                <a:solidFill>
                  <a:srgbClr val="626262"/>
                </a:solidFill>
              </a:rPr>
              <a:t>従業員数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14016" y="2816352"/>
            <a:ext cx="1783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2400" b="1">
                <a:solidFill>
                  <a:srgbClr val="111111"/>
                </a:solidFill>
              </a:rPr>
              <a:t>640</a:t>
            </a:r>
            <a:r>
              <a:rPr sz="1100" b="1">
                <a:solidFill>
                  <a:srgbClr val="111111"/>
                </a:solidFill>
              </a:rPr>
              <a:t> 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14016" y="3255264"/>
            <a:ext cx="1783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850" b="0">
                <a:solidFill>
                  <a:srgbClr val="626262"/>
                </a:solidFill>
              </a:rPr>
              <a:t>単体・2026年3月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" y="3657600"/>
            <a:ext cx="3895344" cy="29260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1200" b="1">
                <a:solidFill>
                  <a:srgbClr val="111111"/>
                </a:solidFill>
              </a:rPr>
              <a:t>読み取れること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29184" y="3986784"/>
            <a:ext cx="3895344" cy="0"/>
          </a:xfrm>
          <a:prstGeom prst="line">
            <a:avLst/>
          </a:prstGeom>
          <a:ln w="12700">
            <a:solidFill>
              <a:srgbClr val="4A4A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29184" y="4114800"/>
            <a:ext cx="3895344" cy="21945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 marL="155448" indent="-155448">
              <a:lnSpc>
                <a:spcPct val="100000"/>
              </a:lnSpc>
              <a:spcBef>
                <a:spcPts val="300"/>
              </a:spcBef>
              <a:buFont typeface="Wingdings"/>
              <a:buChar char="§"/>
            </a:pPr>
            <a:r>
              <a:rPr sz="1000" b="0">
                <a:solidFill>
                  <a:srgbClr val="111111"/>
                </a:solidFill>
              </a:rPr>
              <a:t>増収64億円のうち61億円が冷凍食品と業務用</a:t>
            </a:r>
          </a:p>
          <a:p>
            <a:pPr algn="l" marL="329184" indent="-155448">
              <a:lnSpc>
                <a:spcPct val="100000"/>
              </a:lnSpc>
              <a:spcBef>
                <a:spcPts val="100"/>
              </a:spcBef>
              <a:buFont typeface="Arial"/>
              <a:buChar char="–"/>
            </a:pPr>
            <a:r>
              <a:rPr sz="950" b="0">
                <a:solidFill>
                  <a:srgbClr val="111111"/>
                </a:solidFill>
              </a:rPr>
              <a:t>冷凍は年18%、業務用は年15%で伸びている</a:t>
            </a:r>
          </a:p>
          <a:p>
            <a:pPr algn="l" marL="155448" indent="-155448">
              <a:lnSpc>
                <a:spcPct val="100000"/>
              </a:lnSpc>
              <a:spcBef>
                <a:spcPts val="300"/>
              </a:spcBef>
              <a:buFont typeface="Wingdings"/>
              <a:buChar char="§"/>
            </a:pPr>
            <a:r>
              <a:rPr sz="1000" b="1">
                <a:solidFill>
                  <a:srgbClr val="D9251D"/>
                </a:solidFill>
              </a:rPr>
              <a:t>当社が取引するチルド惣菜は年2%弱で横ばい</a:t>
            </a:r>
          </a:p>
          <a:p>
            <a:pPr algn="l" marL="329184" indent="-155448">
              <a:lnSpc>
                <a:spcPct val="100000"/>
              </a:lnSpc>
              <a:spcBef>
                <a:spcPts val="100"/>
              </a:spcBef>
              <a:buFont typeface="Arial"/>
              <a:buChar char="–"/>
            </a:pPr>
            <a:r>
              <a:rPr sz="950" b="0">
                <a:solidFill>
                  <a:srgbClr val="D9251D"/>
                </a:solidFill>
              </a:rPr>
              <a:t>今の取引の延長では、取引額は増えにくい</a:t>
            </a:r>
          </a:p>
          <a:p>
            <a:pPr algn="l" marL="155448" indent="-155448">
              <a:lnSpc>
                <a:spcPct val="100000"/>
              </a:lnSpc>
              <a:spcBef>
                <a:spcPts val="300"/>
              </a:spcBef>
              <a:buFont typeface="Wingdings"/>
              <a:buChar char="§"/>
            </a:pPr>
            <a:r>
              <a:rPr sz="1000" b="0">
                <a:solidFill>
                  <a:srgbClr val="111111"/>
                </a:solidFill>
              </a:rPr>
              <a:t>中計で冷凍比率を2028年度に50%へ。冷凍への投資と物量の増加が続く見込み</a:t>
            </a:r>
          </a:p>
          <a:p>
            <a:pPr algn="l" marL="155448" indent="-155448">
              <a:lnSpc>
                <a:spcPct val="100000"/>
              </a:lnSpc>
              <a:spcBef>
                <a:spcPts val="300"/>
              </a:spcBef>
              <a:buFont typeface="Wingdings"/>
              <a:buChar char="§"/>
            </a:pPr>
            <a:r>
              <a:rPr sz="1000" b="0">
                <a:solidFill>
                  <a:srgbClr val="111111"/>
                </a:solidFill>
              </a:rPr>
              <a:t>業務用は外食チェーン3社との新規契約で、2026年度以降さらに伸びる見込み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1417320"/>
            <a:ext cx="5138928" cy="29260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1200" b="1">
                <a:solidFill>
                  <a:srgbClr val="111111"/>
                </a:solidFill>
              </a:rPr>
              <a:t>事業別の売上推移（億円）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434840" y="1746504"/>
            <a:ext cx="5138927" cy="0"/>
          </a:xfrm>
          <a:prstGeom prst="line">
            <a:avLst/>
          </a:prstGeom>
          <a:ln w="12700">
            <a:solidFill>
              <a:srgbClr val="4A4A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4462272" y="1874519"/>
            <a:ext cx="146304" cy="118872"/>
          </a:xfrm>
          <a:prstGeom prst="rect">
            <a:avLst/>
          </a:prstGeom>
          <a:solidFill>
            <a:srgbClr val="DFE5EF"/>
          </a:solidFill>
          <a:ln w="6350">
            <a:solidFill>
              <a:srgbClr val="6262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645152" y="1819656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900" b="0">
                <a:solidFill>
                  <a:srgbClr val="111111"/>
                </a:solidFill>
              </a:rPr>
              <a:t>冷凍食品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59552" y="1874519"/>
            <a:ext cx="146304" cy="118872"/>
          </a:xfrm>
          <a:prstGeom prst="rect">
            <a:avLst/>
          </a:prstGeom>
          <a:solidFill>
            <a:srgbClr val="C3CFE1"/>
          </a:solidFill>
          <a:ln w="6350">
            <a:solidFill>
              <a:srgbClr val="6262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742432" y="1819656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900" b="0">
                <a:solidFill>
                  <a:srgbClr val="111111"/>
                </a:solidFill>
              </a:rPr>
              <a:t>チルド惣菜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56832" y="1874519"/>
            <a:ext cx="146304" cy="118872"/>
          </a:xfrm>
          <a:prstGeom prst="rect">
            <a:avLst/>
          </a:prstGeom>
          <a:solidFill>
            <a:srgbClr val="9DB1CF"/>
          </a:solidFill>
          <a:ln w="6350">
            <a:solidFill>
              <a:srgbClr val="6262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839712" y="1819656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900" b="0">
                <a:solidFill>
                  <a:srgbClr val="111111"/>
                </a:solidFill>
              </a:rPr>
              <a:t>調味料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54112" y="1874519"/>
            <a:ext cx="146304" cy="118872"/>
          </a:xfrm>
          <a:prstGeom prst="rect">
            <a:avLst/>
          </a:prstGeom>
          <a:solidFill>
            <a:srgbClr val="6F8DB9"/>
          </a:solidFill>
          <a:ln w="6350">
            <a:solidFill>
              <a:srgbClr val="6262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936992" y="1819656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900" b="0">
                <a:solidFill>
                  <a:srgbClr val="111111"/>
                </a:solidFill>
              </a:rPr>
              <a:t>業務用</a:t>
            </a:r>
          </a:p>
        </p:txBody>
      </p:sp>
      <p:graphicFrame>
        <p:nvGraphicFramePr>
          <p:cNvPr id="36" name="Chart 35"/>
          <p:cNvGraphicFramePr>
            <a:graphicFrameLocks noGrp="1"/>
          </p:cNvGraphicFramePr>
          <p:nvPr/>
        </p:nvGraphicFramePr>
        <p:xfrm>
          <a:off x="4434840" y="2057400"/>
          <a:ext cx="5138928" cy="23957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4434840" y="4572000"/>
          <a:ext cx="5138928" cy="1700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777240"/>
                <a:gridCol w="777240"/>
                <a:gridCol w="1188720"/>
                <a:gridCol w="1024128"/>
              </a:tblGrid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</a:rPr>
                        <a:t>事業</a:t>
                      </a:r>
                    </a:p>
                  </a:txBody>
                  <a:tcPr marL="54864" marR="54864" marT="18288" marB="18288" anchor="ctr">
                    <a:solidFill>
                      <a:srgbClr val="4A4A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</a:rPr>
                        <a:t>2023</a:t>
                      </a:r>
                    </a:p>
                  </a:txBody>
                  <a:tcPr marL="54864" marR="54864" marT="18288" marB="18288" anchor="ctr">
                    <a:solidFill>
                      <a:srgbClr val="4A4A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</a:rPr>
                        <a:t>2026予</a:t>
                      </a:r>
                    </a:p>
                  </a:txBody>
                  <a:tcPr marL="54864" marR="54864" marT="18288" marB="18288" anchor="ctr">
                    <a:solidFill>
                      <a:srgbClr val="4A4A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</a:rPr>
                        <a:t>年平均の伸び</a:t>
                      </a:r>
                    </a:p>
                  </a:txBody>
                  <a:tcPr marL="54864" marR="54864" marT="18288" marB="18288" anchor="ctr">
                    <a:solidFill>
                      <a:srgbClr val="4A4A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</a:rPr>
                        <a:t>構成比</a:t>
                      </a:r>
                    </a:p>
                  </a:txBody>
                  <a:tcPr marL="54864" marR="54864" marT="18288" marB="18288" anchor="ctr">
                    <a:solidFill>
                      <a:srgbClr val="4A4A4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11111"/>
                          </a:solidFill>
                        </a:rPr>
                        <a:t>冷凍食品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11111"/>
                          </a:solidFill>
                        </a:rPr>
                        <a:t>68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11111"/>
                          </a:solidFill>
                        </a:rPr>
                        <a:t>113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D9251D"/>
                          </a:solidFill>
                        </a:rPr>
                        <a:t>+18.4%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11111"/>
                          </a:solidFill>
                        </a:rPr>
                        <a:t>41%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11111"/>
                          </a:solidFill>
                        </a:rPr>
                        <a:t>業務用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11111"/>
                          </a:solidFill>
                        </a:rPr>
                        <a:t>31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11111"/>
                          </a:solidFill>
                        </a:rPr>
                        <a:t>47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D9251D"/>
                          </a:solidFill>
                        </a:rPr>
                        <a:t>+14.9%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11111"/>
                          </a:solidFill>
                        </a:rPr>
                        <a:t>17%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11111"/>
                          </a:solidFill>
                        </a:rPr>
                        <a:t>チルド惣菜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11111"/>
                          </a:solidFill>
                        </a:rPr>
                        <a:t>61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11111"/>
                          </a:solidFill>
                        </a:rPr>
                        <a:t>64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11111"/>
                          </a:solidFill>
                        </a:rPr>
                        <a:t>+1.6%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11111"/>
                          </a:solidFill>
                        </a:rPr>
                        <a:t>23%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11111"/>
                          </a:solidFill>
                        </a:rPr>
                        <a:t>調味料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11111"/>
                          </a:solidFill>
                        </a:rPr>
                        <a:t>52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11111"/>
                          </a:solidFill>
                        </a:rPr>
                        <a:t>52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11111"/>
                          </a:solidFill>
                        </a:rPr>
                        <a:t>±0.0%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11111"/>
                          </a:solidFill>
                        </a:rPr>
                        <a:t>19%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11111"/>
                          </a:solidFill>
                        </a:rPr>
                        <a:t>合計</a:t>
                      </a:r>
                    </a:p>
                  </a:txBody>
                  <a:tcPr marL="54864" marR="54864" marT="18288" marB="18288" anchor="ctr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11111"/>
                          </a:solidFill>
                        </a:rPr>
                        <a:t>212</a:t>
                      </a:r>
                    </a:p>
                  </a:txBody>
                  <a:tcPr marL="54864" marR="54864" marT="18288" marB="18288" anchor="ctr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11111"/>
                          </a:solidFill>
                        </a:rPr>
                        <a:t>276</a:t>
                      </a:r>
                    </a:p>
                  </a:txBody>
                  <a:tcPr marL="54864" marR="54864" marT="18288" marB="18288" anchor="ctr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11111"/>
                          </a:solidFill>
                        </a:rPr>
                        <a:t>+9.2%</a:t>
                      </a:r>
                    </a:p>
                  </a:txBody>
                  <a:tcPr marL="54864" marR="54864" marT="18288" marB="18288" anchor="ctr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11111"/>
                          </a:solidFill>
                        </a:rPr>
                        <a:t>100%</a:t>
                      </a:r>
                    </a:p>
                  </a:txBody>
                  <a:tcPr marL="54864" marR="54864" marT="18288" marB="18288" anchor="ctr">
                    <a:solidFill>
                      <a:srgbClr val="F2F3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0">
                <a:solidFill>
                  <a:srgbClr val="111111"/>
                </a:solidFill>
              </a:rPr>
              <a:t>サンプル食品株式会社（2）　特徴・顧客・販売チャネル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914400"/>
            <a:ext cx="92445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1400" b="1">
                <a:solidFill>
                  <a:srgbClr val="111111"/>
                </a:solidFill>
              </a:rPr>
              <a:t>量販中心の販路から、業務用とECへ分散が進む。冷凍の「届け先」が増えている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6647688"/>
            <a:ext cx="9144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900" b="0">
                <a:solidFill>
                  <a:srgbClr val="111111"/>
                </a:solidFill>
              </a:rPr>
              <a:t>2026/10/22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665976"/>
            <a:ext cx="777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sz="900" b="0">
                <a:solidFill>
                  <a:srgbClr val="111111"/>
                </a:solidFill>
              </a:rPr>
              <a:t>- 2 -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" y="6382512"/>
            <a:ext cx="8595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800" b="0">
                <a:solidFill>
                  <a:srgbClr val="626262"/>
                </a:solidFill>
              </a:rPr>
              <a:t>出所：</a:t>
            </a:r>
            <a:r>
              <a:rPr sz="800" b="0">
                <a:solidFill>
                  <a:srgbClr val="626262"/>
                </a:solidFill>
              </a:rPr>
              <a:t>会社案内・プレスリリース・求人情報を想定。説明用に作成したサンプル（実在企業の情報ではない）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1417320"/>
            <a:ext cx="4526280" cy="29260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1200" b="1">
                <a:solidFill>
                  <a:srgbClr val="111111"/>
                </a:solidFill>
              </a:rPr>
              <a:t>販売チャネル別の売上構成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9184" y="1746504"/>
            <a:ext cx="4526280" cy="0"/>
          </a:xfrm>
          <a:prstGeom prst="line">
            <a:avLst/>
          </a:prstGeom>
          <a:ln w="12700">
            <a:solidFill>
              <a:srgbClr val="4A4A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74320" y="1828800"/>
          <a:ext cx="4617720" cy="1783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365760" y="3685032"/>
            <a:ext cx="146304" cy="118872"/>
          </a:xfrm>
          <a:prstGeom prst="rect">
            <a:avLst/>
          </a:prstGeom>
          <a:solidFill>
            <a:srgbClr val="3F5A8A"/>
          </a:solidFill>
          <a:ln w="6350">
            <a:solidFill>
              <a:srgbClr val="6262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3630168"/>
            <a:ext cx="4754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850" b="0">
                <a:solidFill>
                  <a:srgbClr val="111111"/>
                </a:solidFill>
              </a:rPr>
              <a:t>量販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24128" y="3685032"/>
            <a:ext cx="146304" cy="118872"/>
          </a:xfrm>
          <a:prstGeom prst="rect">
            <a:avLst/>
          </a:prstGeom>
          <a:solidFill>
            <a:srgbClr val="6F8DB9"/>
          </a:solidFill>
          <a:ln w="6350">
            <a:solidFill>
              <a:srgbClr val="6262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207008" y="3630168"/>
            <a:ext cx="43891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850" b="0">
                <a:solidFill>
                  <a:srgbClr val="111111"/>
                </a:solidFill>
              </a:rPr>
              <a:t>CVS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5920" y="3685032"/>
            <a:ext cx="146304" cy="118872"/>
          </a:xfrm>
          <a:prstGeom prst="rect">
            <a:avLst/>
          </a:prstGeom>
          <a:solidFill>
            <a:srgbClr val="9DB1CF"/>
          </a:solidFill>
          <a:ln w="6350">
            <a:solidFill>
              <a:srgbClr val="6262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828800" y="3630168"/>
            <a:ext cx="777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850" b="0">
                <a:solidFill>
                  <a:srgbClr val="111111"/>
                </a:solidFill>
              </a:rPr>
              <a:t>外食・中食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06040" y="3685032"/>
            <a:ext cx="146304" cy="118872"/>
          </a:xfrm>
          <a:prstGeom prst="rect">
            <a:avLst/>
          </a:prstGeom>
          <a:solidFill>
            <a:srgbClr val="D9251D"/>
          </a:solidFill>
          <a:ln w="6350">
            <a:solidFill>
              <a:srgbClr val="6262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2788920" y="3630168"/>
            <a:ext cx="1234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850" b="0">
                <a:solidFill>
                  <a:srgbClr val="111111"/>
                </a:solidFill>
              </a:rPr>
              <a:t>EC・ふるさと納税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0" y="3685032"/>
            <a:ext cx="146304" cy="118872"/>
          </a:xfrm>
          <a:prstGeom prst="rect">
            <a:avLst/>
          </a:prstGeom>
          <a:solidFill>
            <a:srgbClr val="D8DADA"/>
          </a:solidFill>
          <a:ln w="6350">
            <a:solidFill>
              <a:srgbClr val="6262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206240" y="3630168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850" b="0">
                <a:solidFill>
                  <a:srgbClr val="111111"/>
                </a:solidFill>
              </a:rPr>
              <a:t>その他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" y="4069080"/>
            <a:ext cx="4526280" cy="29260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1200" b="1">
                <a:solidFill>
                  <a:srgbClr val="111111"/>
                </a:solidFill>
              </a:rPr>
              <a:t>主な販売先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29184" y="4398264"/>
            <a:ext cx="4526280" cy="0"/>
          </a:xfrm>
          <a:prstGeom prst="line">
            <a:avLst/>
          </a:prstGeom>
          <a:ln w="12700">
            <a:solidFill>
              <a:srgbClr val="4A4A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329184" y="4526280"/>
            <a:ext cx="960120" cy="36576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29184" y="4526280"/>
            <a:ext cx="960120" cy="36576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sz="950" b="1">
                <a:solidFill>
                  <a:srgbClr val="111111"/>
                </a:solidFill>
              </a:rPr>
              <a:t>量販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526280"/>
            <a:ext cx="3474720" cy="36576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950" b="0">
                <a:solidFill>
                  <a:srgbClr val="111111"/>
                </a:solidFill>
              </a:rPr>
              <a:t>関東・関西の大手スーパー。上位5社で量販売上の約6割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" y="4965192"/>
            <a:ext cx="960120" cy="36576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29184" y="4965192"/>
            <a:ext cx="960120" cy="36576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sz="950" b="1">
                <a:solidFill>
                  <a:srgbClr val="111111"/>
                </a:solidFill>
              </a:rPr>
              <a:t>CVS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965192"/>
            <a:ext cx="3474720" cy="36576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950" b="0">
                <a:solidFill>
                  <a:srgbClr val="111111"/>
                </a:solidFill>
              </a:rPr>
              <a:t>大手コンビニのPB惣菜を製造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184" y="5404104"/>
            <a:ext cx="960120" cy="36576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329184" y="5404104"/>
            <a:ext cx="960120" cy="36576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sz="950" b="1">
                <a:solidFill>
                  <a:srgbClr val="111111"/>
                </a:solidFill>
              </a:rPr>
              <a:t>外食・中食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5404104"/>
            <a:ext cx="3474720" cy="36576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950" b="0">
                <a:solidFill>
                  <a:srgbClr val="111111"/>
                </a:solidFill>
              </a:rPr>
              <a:t>外食チェーン3社と新規契約（2026/06〜）、弁当事業者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9184" y="5843016"/>
            <a:ext cx="960120" cy="36576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29184" y="5843016"/>
            <a:ext cx="960120" cy="36576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sz="950" b="1">
                <a:solidFill>
                  <a:srgbClr val="111111"/>
                </a:solidFill>
              </a:rPr>
              <a:t>EC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843016"/>
            <a:ext cx="3474720" cy="36576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950" b="0">
                <a:solidFill>
                  <a:srgbClr val="D9251D"/>
                </a:solidFill>
              </a:rPr>
              <a:t>公式EC（2025/10〜）、ふるさと納税の返礼品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0" y="1417320"/>
            <a:ext cx="4453128" cy="29260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1200" b="1">
                <a:solidFill>
                  <a:srgbClr val="111111"/>
                </a:solidFill>
              </a:rPr>
              <a:t>特徴・強み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120640" y="1746504"/>
            <a:ext cx="4453127" cy="0"/>
          </a:xfrm>
          <a:prstGeom prst="line">
            <a:avLst/>
          </a:prstGeom>
          <a:ln w="12700">
            <a:solidFill>
              <a:srgbClr val="4A4A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5120640" y="1920240"/>
            <a:ext cx="310896" cy="310896"/>
          </a:xfrm>
          <a:prstGeom prst="ellipse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120640" y="192024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32120" y="1883664"/>
            <a:ext cx="4041648" cy="31089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1150" b="1">
                <a:solidFill>
                  <a:srgbClr val="111111"/>
                </a:solidFill>
              </a:rPr>
              <a:t>看板商品を持つ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32120" y="2212848"/>
            <a:ext cx="4041648" cy="6766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 marL="0" indent="0">
              <a:lnSpc>
                <a:spcPct val="105000"/>
              </a:lnSpc>
              <a:buNone/>
            </a:pPr>
            <a:r>
              <a:rPr sz="950" b="0">
                <a:solidFill>
                  <a:srgbClr val="111111"/>
                </a:solidFill>
              </a:rPr>
              <a:t>冷凍ギョーザ「羽根つき一番」が冷凍売上の約4割。量販の冷凍売場で定番の棚を確保している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532120" y="2889504"/>
            <a:ext cx="4041647" cy="0"/>
          </a:xfrm>
          <a:prstGeom prst="line">
            <a:avLst/>
          </a:prstGeom>
          <a:ln w="9525">
            <a:solidFill>
              <a:srgbClr val="D8DA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5120640" y="2999232"/>
            <a:ext cx="310896" cy="310896"/>
          </a:xfrm>
          <a:prstGeom prst="ellipse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5120640" y="299923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sz="1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32120" y="2962656"/>
            <a:ext cx="4041648" cy="31089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1150" b="1">
                <a:solidFill>
                  <a:srgbClr val="111111"/>
                </a:solidFill>
              </a:rPr>
              <a:t>2温度帯で作り、届ける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32120" y="3291839"/>
            <a:ext cx="4041648" cy="6766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 marL="0" indent="0">
              <a:lnSpc>
                <a:spcPct val="105000"/>
              </a:lnSpc>
              <a:buNone/>
            </a:pPr>
            <a:r>
              <a:rPr sz="950" b="0">
                <a:solidFill>
                  <a:srgbClr val="111111"/>
                </a:solidFill>
              </a:rPr>
              <a:t>チルドと冷凍を同じ工場群で製造。チルドは関西に即日配送の仕組みを持つ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532120" y="3968496"/>
            <a:ext cx="4041647" cy="0"/>
          </a:xfrm>
          <a:prstGeom prst="line">
            <a:avLst/>
          </a:prstGeom>
          <a:ln w="9525">
            <a:solidFill>
              <a:srgbClr val="D8DA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5120640" y="4078223"/>
            <a:ext cx="310896" cy="310896"/>
          </a:xfrm>
          <a:prstGeom prst="ellipse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5120640" y="4078223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sz="1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32120" y="4041648"/>
            <a:ext cx="4041648" cy="31089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1150" b="1">
                <a:solidFill>
                  <a:srgbClr val="111111"/>
                </a:solidFill>
              </a:rPr>
              <a:t>生産拠点の増強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32120" y="4370831"/>
            <a:ext cx="4041648" cy="6766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 marL="0" indent="0">
              <a:lnSpc>
                <a:spcPct val="105000"/>
              </a:lnSpc>
              <a:buNone/>
            </a:pPr>
            <a:r>
              <a:rPr sz="950" b="0">
                <a:solidFill>
                  <a:srgbClr val="111111"/>
                </a:solidFill>
              </a:rPr>
              <a:t>埼玉第1（チルド・調味料）、群馬第1（冷凍）に加え、群馬第2（冷凍）が2026/04に稼働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532120" y="5047488"/>
            <a:ext cx="4041647" cy="0"/>
          </a:xfrm>
          <a:prstGeom prst="line">
            <a:avLst/>
          </a:prstGeom>
          <a:ln w="9525">
            <a:solidFill>
              <a:srgbClr val="D8DA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5120640" y="5157216"/>
            <a:ext cx="310896" cy="310896"/>
          </a:xfrm>
          <a:prstGeom prst="ellipse">
            <a:avLst/>
          </a:prstGeom>
          <a:solidFill>
            <a:srgbClr val="D92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5120640" y="51572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sz="1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32120" y="5120640"/>
            <a:ext cx="4041648" cy="310896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1150" b="1">
                <a:solidFill>
                  <a:srgbClr val="D9251D"/>
                </a:solidFill>
              </a:rPr>
              <a:t>物流の意思決定者ができた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32120" y="5449824"/>
            <a:ext cx="4041648" cy="6766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 marL="0" indent="0">
              <a:lnSpc>
                <a:spcPct val="105000"/>
              </a:lnSpc>
              <a:buNone/>
            </a:pPr>
            <a:r>
              <a:rPr sz="950" b="0">
                <a:solidFill>
                  <a:srgbClr val="111111"/>
                </a:solidFill>
              </a:rPr>
              <a:t>2026/04に物流部を新設。物流企画職の求人で「委託先の再編」に言及している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0">
                <a:solidFill>
                  <a:srgbClr val="111111"/>
                </a:solidFill>
              </a:rPr>
              <a:t>サンプル食品株式会社（3）　商品ラインナップ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914400"/>
            <a:ext cx="92445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1400" b="1">
                <a:solidFill>
                  <a:srgbClr val="111111"/>
                </a:solidFill>
              </a:rPr>
              <a:t>物流の接点が大きいのは冷凍食品と業務用。取引中のチルドは伸びが小さい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6647688"/>
            <a:ext cx="9144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900" b="0">
                <a:solidFill>
                  <a:srgbClr val="111111"/>
                </a:solidFill>
              </a:rPr>
              <a:t>2026/10/22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665976"/>
            <a:ext cx="777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sz="900" b="0">
                <a:solidFill>
                  <a:srgbClr val="111111"/>
                </a:solidFill>
              </a:rPr>
              <a:t>- 3 -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" y="6382512"/>
            <a:ext cx="8595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800" b="0">
                <a:solidFill>
                  <a:srgbClr val="626262"/>
                </a:solidFill>
              </a:rPr>
              <a:t>出所：</a:t>
            </a:r>
            <a:r>
              <a:rPr sz="800" b="0">
                <a:solidFill>
                  <a:srgbClr val="626262"/>
                </a:solidFill>
              </a:rPr>
              <a:t>自社サイト・商品カタログを想定。価格は店頭想定（税込）。説明用に作成したサンプル（実在企業の情報ではない）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" y="1444752"/>
            <a:ext cx="2194560" cy="329184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29184" y="1444752"/>
            <a:ext cx="2194560" cy="32918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sz="1100" b="1">
                <a:solidFill>
                  <a:srgbClr val="FFFFFF"/>
                </a:solidFill>
              </a:rPr>
              <a:t>冷凍食品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" y="1773936"/>
            <a:ext cx="2194560" cy="1481328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frozen-gyoza-tr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" y="2260278"/>
            <a:ext cx="652272" cy="921833"/>
          </a:xfrm>
          <a:prstGeom prst="rect">
            <a:avLst/>
          </a:prstGeom>
        </p:spPr>
      </p:pic>
      <p:pic>
        <p:nvPicPr>
          <p:cNvPr id="11" name="Picture 10" descr="frozen-friedrice-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327" y="2260278"/>
            <a:ext cx="652272" cy="921833"/>
          </a:xfrm>
          <a:prstGeom prst="rect">
            <a:avLst/>
          </a:prstGeom>
        </p:spPr>
      </p:pic>
      <p:pic>
        <p:nvPicPr>
          <p:cNvPr id="12" name="Picture 11" descr="frozen-udon-tri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8319" y="2260278"/>
            <a:ext cx="652272" cy="92183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29184" y="3328416"/>
            <a:ext cx="219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800" b="1">
                <a:solidFill>
                  <a:srgbClr val="626262"/>
                </a:solidFill>
              </a:rPr>
              <a:t>主な商品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" y="3502152"/>
            <a:ext cx="21945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95000"/>
              </a:lnSpc>
              <a:buNone/>
            </a:pPr>
            <a:r>
              <a:rPr sz="950" b="0">
                <a:solidFill>
                  <a:srgbClr val="111111"/>
                </a:solidFill>
              </a:rPr>
              <a:t>羽根つき一番（ギョーザ）、香ばし炒飯、讃岐風うどん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9184" y="3913632"/>
            <a:ext cx="2194560" cy="0"/>
          </a:xfrm>
          <a:prstGeom prst="line">
            <a:avLst/>
          </a:prstGeom>
          <a:ln w="6350">
            <a:solidFill>
              <a:srgbClr val="D8DA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29184" y="3931920"/>
            <a:ext cx="219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800" b="1">
                <a:solidFill>
                  <a:srgbClr val="626262"/>
                </a:solidFill>
              </a:rPr>
              <a:t>価格帯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" y="4105656"/>
            <a:ext cx="2194560" cy="2560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95000"/>
              </a:lnSpc>
              <a:buNone/>
            </a:pPr>
            <a:r>
              <a:rPr sz="950" b="0">
                <a:solidFill>
                  <a:srgbClr val="111111"/>
                </a:solidFill>
              </a:rPr>
              <a:t>298〜498円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29184" y="4352544"/>
            <a:ext cx="2194560" cy="0"/>
          </a:xfrm>
          <a:prstGeom prst="line">
            <a:avLst/>
          </a:prstGeom>
          <a:ln w="6350">
            <a:solidFill>
              <a:srgbClr val="D8DA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29184" y="4370831"/>
            <a:ext cx="219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800" b="1">
                <a:solidFill>
                  <a:srgbClr val="626262"/>
                </a:solidFill>
              </a:rPr>
              <a:t>温度帯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" y="4544568"/>
            <a:ext cx="2194560" cy="2560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95000"/>
              </a:lnSpc>
              <a:buNone/>
            </a:pPr>
            <a:r>
              <a:rPr sz="950" b="0">
                <a:solidFill>
                  <a:srgbClr val="111111"/>
                </a:solidFill>
              </a:rPr>
              <a:t>冷凍（−18℃以下）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29184" y="4791456"/>
            <a:ext cx="2194560" cy="0"/>
          </a:xfrm>
          <a:prstGeom prst="line">
            <a:avLst/>
          </a:prstGeom>
          <a:ln w="6350">
            <a:solidFill>
              <a:srgbClr val="D8DA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29184" y="4809744"/>
            <a:ext cx="219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800" b="1">
                <a:solidFill>
                  <a:srgbClr val="626262"/>
                </a:solidFill>
              </a:rPr>
              <a:t>主な販路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" y="4983480"/>
            <a:ext cx="2194560" cy="2560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95000"/>
              </a:lnSpc>
              <a:buNone/>
            </a:pPr>
            <a:r>
              <a:rPr sz="950" b="0">
                <a:solidFill>
                  <a:srgbClr val="111111"/>
                </a:solidFill>
              </a:rPr>
              <a:t>量販・CVS・EC・ふるさと納税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29184" y="5230368"/>
            <a:ext cx="2194560" cy="0"/>
          </a:xfrm>
          <a:prstGeom prst="line">
            <a:avLst/>
          </a:prstGeom>
          <a:ln w="6350">
            <a:solidFill>
              <a:srgbClr val="D8DA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29184" y="5248656"/>
            <a:ext cx="219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800" b="1">
                <a:solidFill>
                  <a:srgbClr val="626262"/>
                </a:solidFill>
              </a:rPr>
              <a:t>売上と伸び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" y="5422392"/>
            <a:ext cx="2194560" cy="2560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95000"/>
              </a:lnSpc>
              <a:buNone/>
            </a:pPr>
            <a:r>
              <a:rPr sz="950" b="1">
                <a:solidFill>
                  <a:srgbClr val="D9251D"/>
                </a:solidFill>
              </a:rPr>
              <a:t>113億円　年+18%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29184" y="5669280"/>
            <a:ext cx="2194560" cy="0"/>
          </a:xfrm>
          <a:prstGeom prst="line">
            <a:avLst/>
          </a:prstGeom>
          <a:ln w="6350">
            <a:solidFill>
              <a:srgbClr val="D8DA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329184" y="5760720"/>
            <a:ext cx="2194560" cy="384048"/>
          </a:xfrm>
          <a:prstGeom prst="rect">
            <a:avLst/>
          </a:prstGeom>
          <a:solidFill>
            <a:srgbClr val="3F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329184" y="5760720"/>
            <a:ext cx="2194560" cy="38404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sz="1050" b="1">
                <a:solidFill>
                  <a:srgbClr val="FFFFFF"/>
                </a:solidFill>
              </a:rPr>
              <a:t>物流の接点：大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79191" y="1444752"/>
            <a:ext cx="2194560" cy="329184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2679191" y="1444752"/>
            <a:ext cx="2194560" cy="32918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sz="1100" b="1">
                <a:solidFill>
                  <a:srgbClr val="FFFFFF"/>
                </a:solidFill>
              </a:rPr>
              <a:t>チルド惣菜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79191" y="1773936"/>
            <a:ext cx="2194560" cy="1481328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3" name="Picture 32" descr="chilled-gyoza-tri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2344" y="2248223"/>
            <a:ext cx="1233095" cy="933888"/>
          </a:xfrm>
          <a:prstGeom prst="rect">
            <a:avLst/>
          </a:prstGeom>
        </p:spPr>
      </p:pic>
      <p:pic>
        <p:nvPicPr>
          <p:cNvPr id="34" name="Picture 33" descr="chilled-salad-tri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31160" y="2248223"/>
            <a:ext cx="769439" cy="93388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2679191" y="3328416"/>
            <a:ext cx="219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800" b="1">
                <a:solidFill>
                  <a:srgbClr val="626262"/>
                </a:solidFill>
              </a:rPr>
              <a:t>主な商品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79191" y="3502152"/>
            <a:ext cx="21945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95000"/>
              </a:lnSpc>
              <a:buNone/>
            </a:pPr>
            <a:r>
              <a:rPr sz="950" b="0">
                <a:solidFill>
                  <a:srgbClr val="111111"/>
                </a:solidFill>
              </a:rPr>
              <a:t>焼くだけ餃子、ポテトサラダ、きんぴら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679191" y="3913632"/>
            <a:ext cx="2194561" cy="0"/>
          </a:xfrm>
          <a:prstGeom prst="line">
            <a:avLst/>
          </a:prstGeom>
          <a:ln w="6350">
            <a:solidFill>
              <a:srgbClr val="D8DA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679191" y="3931920"/>
            <a:ext cx="219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800" b="1">
                <a:solidFill>
                  <a:srgbClr val="626262"/>
                </a:solidFill>
              </a:rPr>
              <a:t>価格帯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79191" y="4105656"/>
            <a:ext cx="2194560" cy="2560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95000"/>
              </a:lnSpc>
              <a:buNone/>
            </a:pPr>
            <a:r>
              <a:rPr sz="950" b="0">
                <a:solidFill>
                  <a:srgbClr val="111111"/>
                </a:solidFill>
              </a:rPr>
              <a:t>198〜398円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679191" y="4352544"/>
            <a:ext cx="2194561" cy="0"/>
          </a:xfrm>
          <a:prstGeom prst="line">
            <a:avLst/>
          </a:prstGeom>
          <a:ln w="6350">
            <a:solidFill>
              <a:srgbClr val="D8DA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679191" y="4370831"/>
            <a:ext cx="219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800" b="1">
                <a:solidFill>
                  <a:srgbClr val="626262"/>
                </a:solidFill>
              </a:rPr>
              <a:t>温度帯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79191" y="4544568"/>
            <a:ext cx="2194560" cy="2560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95000"/>
              </a:lnSpc>
              <a:buNone/>
            </a:pPr>
            <a:r>
              <a:rPr sz="950" b="0">
                <a:solidFill>
                  <a:srgbClr val="111111"/>
                </a:solidFill>
              </a:rPr>
              <a:t>チルド（10℃以下）・賞味3〜5日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2679191" y="4791456"/>
            <a:ext cx="2194561" cy="0"/>
          </a:xfrm>
          <a:prstGeom prst="line">
            <a:avLst/>
          </a:prstGeom>
          <a:ln w="6350">
            <a:solidFill>
              <a:srgbClr val="D8DA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2679191" y="4809744"/>
            <a:ext cx="219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800" b="1">
                <a:solidFill>
                  <a:srgbClr val="626262"/>
                </a:solidFill>
              </a:rPr>
              <a:t>主な販路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79191" y="4983480"/>
            <a:ext cx="2194560" cy="2560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95000"/>
              </a:lnSpc>
              <a:buNone/>
            </a:pPr>
            <a:r>
              <a:rPr sz="950" b="0">
                <a:solidFill>
                  <a:srgbClr val="111111"/>
                </a:solidFill>
              </a:rPr>
              <a:t>量販の惣菜売場に毎日納品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2679191" y="5230368"/>
            <a:ext cx="2194561" cy="0"/>
          </a:xfrm>
          <a:prstGeom prst="line">
            <a:avLst/>
          </a:prstGeom>
          <a:ln w="6350">
            <a:solidFill>
              <a:srgbClr val="D8DA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2679191" y="5248656"/>
            <a:ext cx="219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800" b="1">
                <a:solidFill>
                  <a:srgbClr val="626262"/>
                </a:solidFill>
              </a:rPr>
              <a:t>売上と伸び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79191" y="5422392"/>
            <a:ext cx="2194560" cy="2560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95000"/>
              </a:lnSpc>
              <a:buNone/>
            </a:pPr>
            <a:r>
              <a:rPr sz="950" b="0">
                <a:solidFill>
                  <a:srgbClr val="111111"/>
                </a:solidFill>
              </a:rPr>
              <a:t>64億円　年+2%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2679191" y="5669280"/>
            <a:ext cx="2194561" cy="0"/>
          </a:xfrm>
          <a:prstGeom prst="line">
            <a:avLst/>
          </a:prstGeom>
          <a:ln w="6350">
            <a:solidFill>
              <a:srgbClr val="D8DA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2679191" y="5760720"/>
            <a:ext cx="2194560" cy="384048"/>
          </a:xfrm>
          <a:prstGeom prst="rect">
            <a:avLst/>
          </a:prstGeom>
          <a:solidFill>
            <a:srgbClr val="9DB1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2679191" y="5760720"/>
            <a:ext cx="2194560" cy="38404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sz="1050" b="1">
                <a:solidFill>
                  <a:srgbClr val="111111"/>
                </a:solidFill>
              </a:rPr>
              <a:t>当社取引中・伸び小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0" y="1444752"/>
            <a:ext cx="2194560" cy="329184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5029200" y="1444752"/>
            <a:ext cx="2194560" cy="32918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sz="1100" b="1">
                <a:solidFill>
                  <a:srgbClr val="FFFFFF"/>
                </a:solidFill>
              </a:rPr>
              <a:t>調味料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0" y="1773936"/>
            <a:ext cx="2194560" cy="1481328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5" name="Picture 54" descr="sauce-gyoza-tri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19236" y="1883664"/>
            <a:ext cx="599022" cy="1298448"/>
          </a:xfrm>
          <a:prstGeom prst="rect">
            <a:avLst/>
          </a:prstGeom>
        </p:spPr>
      </p:pic>
      <p:pic>
        <p:nvPicPr>
          <p:cNvPr id="56" name="Picture 55" descr="sauce-tsuyu-trim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3978" y="1883664"/>
            <a:ext cx="662013" cy="1298448"/>
          </a:xfrm>
          <a:prstGeom prst="rect">
            <a:avLst/>
          </a:prstGeom>
        </p:spPr>
      </p:pic>
      <p:pic>
        <p:nvPicPr>
          <p:cNvPr id="57" name="Picture 56" descr="sauce-dressing-trim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1710" y="1883664"/>
            <a:ext cx="662013" cy="1298448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5029200" y="3328416"/>
            <a:ext cx="219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800" b="1">
                <a:solidFill>
                  <a:srgbClr val="626262"/>
                </a:solidFill>
              </a:rPr>
              <a:t>主な商品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29200" y="3502152"/>
            <a:ext cx="21945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95000"/>
              </a:lnSpc>
              <a:buNone/>
            </a:pPr>
            <a:r>
              <a:rPr sz="950" b="0">
                <a:solidFill>
                  <a:srgbClr val="111111"/>
                </a:solidFill>
              </a:rPr>
              <a:t>餃子のたれ、そばつゆ、胡麻ドレッシング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5029200" y="3913632"/>
            <a:ext cx="2194560" cy="0"/>
          </a:xfrm>
          <a:prstGeom prst="line">
            <a:avLst/>
          </a:prstGeom>
          <a:ln w="6350">
            <a:solidFill>
              <a:srgbClr val="D8DA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5029200" y="3931920"/>
            <a:ext cx="219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800" b="1">
                <a:solidFill>
                  <a:srgbClr val="626262"/>
                </a:solidFill>
              </a:rPr>
              <a:t>価格帯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29200" y="4105656"/>
            <a:ext cx="2194560" cy="2560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95000"/>
              </a:lnSpc>
              <a:buNone/>
            </a:pPr>
            <a:r>
              <a:rPr sz="950" b="0">
                <a:solidFill>
                  <a:srgbClr val="111111"/>
                </a:solidFill>
              </a:rPr>
              <a:t>198〜548円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5029200" y="4352544"/>
            <a:ext cx="2194560" cy="0"/>
          </a:xfrm>
          <a:prstGeom prst="line">
            <a:avLst/>
          </a:prstGeom>
          <a:ln w="6350">
            <a:solidFill>
              <a:srgbClr val="D8DA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5029200" y="4370831"/>
            <a:ext cx="219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800" b="1">
                <a:solidFill>
                  <a:srgbClr val="626262"/>
                </a:solidFill>
              </a:rPr>
              <a:t>温度帯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29200" y="4544568"/>
            <a:ext cx="2194560" cy="2560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95000"/>
              </a:lnSpc>
              <a:buNone/>
            </a:pPr>
            <a:r>
              <a:rPr sz="950" b="0">
                <a:solidFill>
                  <a:srgbClr val="111111"/>
                </a:solidFill>
              </a:rPr>
              <a:t>常温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5029200" y="4791456"/>
            <a:ext cx="2194560" cy="0"/>
          </a:xfrm>
          <a:prstGeom prst="line">
            <a:avLst/>
          </a:prstGeom>
          <a:ln w="6350">
            <a:solidFill>
              <a:srgbClr val="D8DA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5029200" y="4809744"/>
            <a:ext cx="219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800" b="1">
                <a:solidFill>
                  <a:srgbClr val="626262"/>
                </a:solidFill>
              </a:rPr>
              <a:t>主な販路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29200" y="4983480"/>
            <a:ext cx="2194560" cy="2560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95000"/>
              </a:lnSpc>
              <a:buNone/>
            </a:pPr>
            <a:r>
              <a:rPr sz="950" b="0">
                <a:solidFill>
                  <a:srgbClr val="111111"/>
                </a:solidFill>
              </a:rPr>
              <a:t>量販・EC（冷凍品と同梱）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5029200" y="5230368"/>
            <a:ext cx="2194560" cy="0"/>
          </a:xfrm>
          <a:prstGeom prst="line">
            <a:avLst/>
          </a:prstGeom>
          <a:ln w="6350">
            <a:solidFill>
              <a:srgbClr val="D8DA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5029200" y="5248656"/>
            <a:ext cx="219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800" b="1">
                <a:solidFill>
                  <a:srgbClr val="626262"/>
                </a:solidFill>
              </a:rPr>
              <a:t>売上と伸び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29200" y="5422392"/>
            <a:ext cx="2194560" cy="2560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95000"/>
              </a:lnSpc>
              <a:buNone/>
            </a:pPr>
            <a:r>
              <a:rPr sz="950" b="0">
                <a:solidFill>
                  <a:srgbClr val="111111"/>
                </a:solidFill>
              </a:rPr>
              <a:t>52億円　横ばい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5029200" y="5669280"/>
            <a:ext cx="2194560" cy="0"/>
          </a:xfrm>
          <a:prstGeom prst="line">
            <a:avLst/>
          </a:prstGeom>
          <a:ln w="6350">
            <a:solidFill>
              <a:srgbClr val="D8DA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5029200" y="5760720"/>
            <a:ext cx="2194560" cy="384048"/>
          </a:xfrm>
          <a:prstGeom prst="rect">
            <a:avLst/>
          </a:prstGeom>
          <a:solidFill>
            <a:srgbClr val="D8DA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5029200" y="5760720"/>
            <a:ext cx="2194560" cy="38404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sz="1050" b="1">
                <a:solidFill>
                  <a:srgbClr val="111111"/>
                </a:solidFill>
              </a:rPr>
              <a:t>物流の接点：小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379207" y="1444752"/>
            <a:ext cx="2194560" cy="329184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7379207" y="1444752"/>
            <a:ext cx="2194560" cy="32918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sz="1100" b="1">
                <a:solidFill>
                  <a:srgbClr val="FFFFFF"/>
                </a:solidFill>
              </a:rPr>
              <a:t>業務用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79207" y="1773936"/>
            <a:ext cx="2194560" cy="1481328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8" name="Picture 77" descr="bulk-gyoza-trim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52359" y="1954509"/>
            <a:ext cx="1001268" cy="1227602"/>
          </a:xfrm>
          <a:prstGeom prst="rect">
            <a:avLst/>
          </a:prstGeom>
        </p:spPr>
      </p:pic>
      <p:pic>
        <p:nvPicPr>
          <p:cNvPr id="79" name="Picture 78" descr="bulk-soup-trim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99347" y="1954509"/>
            <a:ext cx="1001268" cy="1227602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7379207" y="3328416"/>
            <a:ext cx="219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800" b="1">
                <a:solidFill>
                  <a:srgbClr val="626262"/>
                </a:solidFill>
              </a:rPr>
              <a:t>主な商品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379207" y="3502152"/>
            <a:ext cx="21945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95000"/>
              </a:lnSpc>
              <a:buNone/>
            </a:pPr>
            <a:r>
              <a:rPr sz="950" b="0">
                <a:solidFill>
                  <a:srgbClr val="111111"/>
                </a:solidFill>
              </a:rPr>
              <a:t>業務用冷凍ギョーザ（50個入）、スープの素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7379207" y="3913632"/>
            <a:ext cx="2194560" cy="0"/>
          </a:xfrm>
          <a:prstGeom prst="line">
            <a:avLst/>
          </a:prstGeom>
          <a:ln w="6350">
            <a:solidFill>
              <a:srgbClr val="D8DA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7379207" y="3931920"/>
            <a:ext cx="219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800" b="1">
                <a:solidFill>
                  <a:srgbClr val="626262"/>
                </a:solidFill>
              </a:rPr>
              <a:t>価格帯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379207" y="4105656"/>
            <a:ext cx="2194560" cy="2560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95000"/>
              </a:lnSpc>
              <a:buNone/>
            </a:pPr>
            <a:r>
              <a:rPr sz="950" b="0">
                <a:solidFill>
                  <a:srgbClr val="111111"/>
                </a:solidFill>
              </a:rPr>
              <a:t>ケース単位の取引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7379207" y="4352544"/>
            <a:ext cx="2194560" cy="0"/>
          </a:xfrm>
          <a:prstGeom prst="line">
            <a:avLst/>
          </a:prstGeom>
          <a:ln w="6350">
            <a:solidFill>
              <a:srgbClr val="D8DA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7379207" y="4370831"/>
            <a:ext cx="219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800" b="1">
                <a:solidFill>
                  <a:srgbClr val="626262"/>
                </a:solidFill>
              </a:rPr>
              <a:t>温度帯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379207" y="4544568"/>
            <a:ext cx="2194560" cy="2560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95000"/>
              </a:lnSpc>
              <a:buNone/>
            </a:pPr>
            <a:r>
              <a:rPr sz="950" b="0">
                <a:solidFill>
                  <a:srgbClr val="111111"/>
                </a:solidFill>
              </a:rPr>
              <a:t>冷凍中心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7379207" y="4791456"/>
            <a:ext cx="2194560" cy="0"/>
          </a:xfrm>
          <a:prstGeom prst="line">
            <a:avLst/>
          </a:prstGeom>
          <a:ln w="6350">
            <a:solidFill>
              <a:srgbClr val="D8DA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7379207" y="4809744"/>
            <a:ext cx="219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800" b="1">
                <a:solidFill>
                  <a:srgbClr val="626262"/>
                </a:solidFill>
              </a:rPr>
              <a:t>主な販路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379207" y="4983480"/>
            <a:ext cx="2194560" cy="2560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95000"/>
              </a:lnSpc>
              <a:buNone/>
            </a:pPr>
            <a:r>
              <a:rPr sz="950" b="0">
                <a:solidFill>
                  <a:srgbClr val="111111"/>
                </a:solidFill>
              </a:rPr>
              <a:t>外食チェーン・弁当事業者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7379207" y="5230368"/>
            <a:ext cx="2194560" cy="0"/>
          </a:xfrm>
          <a:prstGeom prst="line">
            <a:avLst/>
          </a:prstGeom>
          <a:ln w="6350">
            <a:solidFill>
              <a:srgbClr val="D8DA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7379207" y="5248656"/>
            <a:ext cx="219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800" b="1">
                <a:solidFill>
                  <a:srgbClr val="626262"/>
                </a:solidFill>
              </a:rPr>
              <a:t>売上と伸び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379207" y="5422392"/>
            <a:ext cx="2194560" cy="2560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95000"/>
              </a:lnSpc>
              <a:buNone/>
            </a:pPr>
            <a:r>
              <a:rPr sz="950" b="1">
                <a:solidFill>
                  <a:srgbClr val="D9251D"/>
                </a:solidFill>
              </a:rPr>
              <a:t>47億円　年+15%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7379207" y="5669280"/>
            <a:ext cx="2194560" cy="0"/>
          </a:xfrm>
          <a:prstGeom prst="line">
            <a:avLst/>
          </a:prstGeom>
          <a:ln w="6350">
            <a:solidFill>
              <a:srgbClr val="D8DA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Rectangle 94"/>
          <p:cNvSpPr/>
          <p:nvPr/>
        </p:nvSpPr>
        <p:spPr>
          <a:xfrm>
            <a:off x="7379207" y="5760720"/>
            <a:ext cx="2194560" cy="384048"/>
          </a:xfrm>
          <a:prstGeom prst="rect">
            <a:avLst/>
          </a:prstGeom>
          <a:solidFill>
            <a:srgbClr val="6F8D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TextBox 95"/>
          <p:cNvSpPr txBox="1"/>
          <p:nvPr/>
        </p:nvSpPr>
        <p:spPr>
          <a:xfrm>
            <a:off x="7379207" y="5760720"/>
            <a:ext cx="2194560" cy="38404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sz="1050" b="1">
                <a:solidFill>
                  <a:srgbClr val="FFFFFF"/>
                </a:solidFill>
              </a:rPr>
              <a:t>物流の接点：中・新規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0">
                <a:solidFill>
                  <a:srgbClr val="111111"/>
                </a:solidFill>
              </a:rPr>
              <a:t>サンプル食品株式会社（4）　変化のシグナルと取引状況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914400"/>
            <a:ext cx="92445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1400" b="1">
                <a:solidFill>
                  <a:srgbClr val="111111"/>
                </a:solidFill>
              </a:rPr>
              <a:t>冷凍の物量が3方面で増える一方、当社の取引はチルド・関西の1区画に留まる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6647688"/>
            <a:ext cx="9144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900" b="0">
                <a:solidFill>
                  <a:srgbClr val="111111"/>
                </a:solidFill>
              </a:rPr>
              <a:t>2026/10/22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665976"/>
            <a:ext cx="777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sz="900" b="0">
                <a:solidFill>
                  <a:srgbClr val="111111"/>
                </a:solidFill>
              </a:rPr>
              <a:t>- 4 -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" y="6382512"/>
            <a:ext cx="8595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800" b="0">
                <a:solidFill>
                  <a:srgbClr val="626262"/>
                </a:solidFill>
              </a:rPr>
              <a:t>出所：</a:t>
            </a:r>
            <a:r>
              <a:rPr sz="800" b="0">
                <a:solidFill>
                  <a:srgbClr val="626262"/>
                </a:solidFill>
              </a:rPr>
              <a:t>プレスリリース・求人情報と、依頼元の取引実績を突合して作成。説明用に作成したサンプル（実在企業の情報ではない）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1417320"/>
            <a:ext cx="3520440" cy="29260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1200" b="1">
                <a:solidFill>
                  <a:srgbClr val="111111"/>
                </a:solidFill>
              </a:rPr>
              <a:t>直近の変化（2024〜2026）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9184" y="1746504"/>
            <a:ext cx="3520440" cy="0"/>
          </a:xfrm>
          <a:prstGeom prst="line">
            <a:avLst/>
          </a:prstGeom>
          <a:ln w="12700">
            <a:solidFill>
              <a:srgbClr val="4A4A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75488" y="1938528"/>
            <a:ext cx="0" cy="4160520"/>
          </a:xfrm>
          <a:prstGeom prst="line">
            <a:avLst/>
          </a:prstGeom>
          <a:ln w="15875">
            <a:solidFill>
              <a:srgbClr val="BDBD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402336" y="1938527"/>
            <a:ext cx="146304" cy="146304"/>
          </a:xfrm>
          <a:prstGeom prst="ellipse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1856231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950" b="1">
                <a:solidFill>
                  <a:srgbClr val="626262"/>
                </a:solidFill>
              </a:rPr>
              <a:t>2024/04　</a:t>
            </a:r>
            <a:r>
              <a:rPr sz="1050" b="1">
                <a:solidFill>
                  <a:srgbClr val="111111"/>
                </a:solidFill>
              </a:rPr>
              <a:t>中期経営計画を公表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139696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950" b="0">
                <a:solidFill>
                  <a:srgbClr val="626262"/>
                </a:solidFill>
              </a:rPr>
              <a:t>冷凍の売上比率を2028年度に50%へ</a:t>
            </a:r>
          </a:p>
        </p:txBody>
      </p:sp>
      <p:sp>
        <p:nvSpPr>
          <p:cNvPr id="13" name="Oval 12"/>
          <p:cNvSpPr/>
          <p:nvPr/>
        </p:nvSpPr>
        <p:spPr>
          <a:xfrm>
            <a:off x="402336" y="2670047"/>
            <a:ext cx="146304" cy="146304"/>
          </a:xfrm>
          <a:prstGeom prst="ellipse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8368" y="2587751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950" b="1">
                <a:solidFill>
                  <a:srgbClr val="626262"/>
                </a:solidFill>
              </a:rPr>
              <a:t>2025/03　</a:t>
            </a:r>
            <a:r>
              <a:rPr sz="1050" b="1">
                <a:solidFill>
                  <a:srgbClr val="111111"/>
                </a:solidFill>
              </a:rPr>
              <a:t>群馬第2工場を着工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871215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950" b="0">
                <a:solidFill>
                  <a:srgbClr val="626262"/>
                </a:solidFill>
              </a:rPr>
              <a:t>冷凍ギョーザ・冷凍麺の専用ライン</a:t>
            </a:r>
          </a:p>
        </p:txBody>
      </p:sp>
      <p:sp>
        <p:nvSpPr>
          <p:cNvPr id="16" name="Oval 15"/>
          <p:cNvSpPr/>
          <p:nvPr/>
        </p:nvSpPr>
        <p:spPr>
          <a:xfrm>
            <a:off x="402336" y="3401568"/>
            <a:ext cx="146304" cy="146304"/>
          </a:xfrm>
          <a:prstGeom prst="ellipse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58368" y="3319272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950" b="1">
                <a:solidFill>
                  <a:srgbClr val="626262"/>
                </a:solidFill>
              </a:rPr>
              <a:t>2025/10　</a:t>
            </a:r>
            <a:r>
              <a:rPr sz="1050" b="1">
                <a:solidFill>
                  <a:srgbClr val="111111"/>
                </a:solidFill>
              </a:rPr>
              <a:t>公式EC・ふるさと納税に参入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602736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950" b="0">
                <a:solidFill>
                  <a:srgbClr val="626262"/>
                </a:solidFill>
              </a:rPr>
              <a:t>冷凍ギョーザを個人宅へ直送</a:t>
            </a:r>
          </a:p>
        </p:txBody>
      </p:sp>
      <p:sp>
        <p:nvSpPr>
          <p:cNvPr id="19" name="Oval 18"/>
          <p:cNvSpPr/>
          <p:nvPr/>
        </p:nvSpPr>
        <p:spPr>
          <a:xfrm>
            <a:off x="402336" y="4133088"/>
            <a:ext cx="146304" cy="146304"/>
          </a:xfrm>
          <a:prstGeom prst="ellipse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8368" y="4050792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950" b="1">
                <a:solidFill>
                  <a:srgbClr val="626262"/>
                </a:solidFill>
              </a:rPr>
              <a:t>2026/04　</a:t>
            </a:r>
            <a:r>
              <a:rPr sz="1050" b="1">
                <a:solidFill>
                  <a:srgbClr val="111111"/>
                </a:solidFill>
              </a:rPr>
              <a:t>群馬第2工場が稼働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334256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950" b="0">
                <a:solidFill>
                  <a:srgbClr val="626262"/>
                </a:solidFill>
              </a:rPr>
              <a:t>冷凍の生産能力が約1.5倍に</a:t>
            </a:r>
          </a:p>
        </p:txBody>
      </p:sp>
      <p:sp>
        <p:nvSpPr>
          <p:cNvPr id="22" name="Oval 21"/>
          <p:cNvSpPr/>
          <p:nvPr/>
        </p:nvSpPr>
        <p:spPr>
          <a:xfrm>
            <a:off x="402336" y="4864608"/>
            <a:ext cx="146304" cy="146304"/>
          </a:xfrm>
          <a:prstGeom prst="ellipse">
            <a:avLst/>
          </a:prstGeom>
          <a:solidFill>
            <a:srgbClr val="D92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8368" y="4782312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950" b="1">
                <a:solidFill>
                  <a:srgbClr val="626262"/>
                </a:solidFill>
              </a:rPr>
              <a:t>2026/04　</a:t>
            </a:r>
            <a:r>
              <a:rPr sz="1050" b="1">
                <a:solidFill>
                  <a:srgbClr val="D9251D"/>
                </a:solidFill>
              </a:rPr>
              <a:t>物流部を新設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065776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950" b="0">
                <a:solidFill>
                  <a:srgbClr val="D9251D"/>
                </a:solidFill>
              </a:rPr>
              <a:t>求人で「委託先の再編」に言及</a:t>
            </a:r>
          </a:p>
        </p:txBody>
      </p:sp>
      <p:sp>
        <p:nvSpPr>
          <p:cNvPr id="25" name="Oval 24"/>
          <p:cNvSpPr/>
          <p:nvPr/>
        </p:nvSpPr>
        <p:spPr>
          <a:xfrm>
            <a:off x="402336" y="5596128"/>
            <a:ext cx="146304" cy="146304"/>
          </a:xfrm>
          <a:prstGeom prst="ellipse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8368" y="5513832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950" b="1">
                <a:solidFill>
                  <a:srgbClr val="626262"/>
                </a:solidFill>
              </a:rPr>
              <a:t>2026/06　</a:t>
            </a:r>
            <a:r>
              <a:rPr sz="1050" b="1">
                <a:solidFill>
                  <a:srgbClr val="111111"/>
                </a:solidFill>
              </a:rPr>
              <a:t>外食チェーン3社へ供給開始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5797296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950" b="0">
                <a:solidFill>
                  <a:srgbClr val="626262"/>
                </a:solidFill>
              </a:rPr>
              <a:t>関西・中部の店舗へ業務用を納品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9080" y="1417320"/>
            <a:ext cx="5504688" cy="29260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1200" b="1">
                <a:solidFill>
                  <a:srgbClr val="111111"/>
                </a:solidFill>
              </a:rPr>
              <a:t>商品カテゴリ × 物流工程の取引マップ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069080" y="1746504"/>
            <a:ext cx="5504687" cy="0"/>
          </a:xfrm>
          <a:prstGeom prst="line">
            <a:avLst/>
          </a:prstGeom>
          <a:ln w="12700">
            <a:solidFill>
              <a:srgbClr val="4A4A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5029200" y="1828800"/>
            <a:ext cx="1097280" cy="438912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029200" y="1828800"/>
            <a:ext cx="1097280" cy="43891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sz="900" b="1">
                <a:solidFill>
                  <a:srgbClr val="FFFFFF"/>
                </a:solidFill>
              </a:rPr>
              <a:t>保管・横持ち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1828800"/>
            <a:ext cx="1097280" cy="438912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172200" y="1828800"/>
            <a:ext cx="1097280" cy="43891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sz="900" b="1">
                <a:solidFill>
                  <a:srgbClr val="FFFFFF"/>
                </a:solidFill>
              </a:rPr>
              <a:t>量販・CVS
配送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0" y="1828800"/>
            <a:ext cx="1097280" cy="438912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315200" y="1828800"/>
            <a:ext cx="1097280" cy="43891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sz="900" b="1">
                <a:solidFill>
                  <a:srgbClr val="FFFFFF"/>
                </a:solidFill>
              </a:rPr>
              <a:t>EC・個人宅
配送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58200" y="1828800"/>
            <a:ext cx="1097280" cy="438912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458200" y="1828800"/>
            <a:ext cx="1097280" cy="43891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sz="900" b="1">
                <a:solidFill>
                  <a:srgbClr val="FFFFFF"/>
                </a:solidFill>
              </a:rPr>
              <a:t>外食店舗
配送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069080" y="2322576"/>
            <a:ext cx="896112" cy="73152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4069080" y="2322576"/>
            <a:ext cx="896112" cy="7315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sz="950" b="1">
                <a:solidFill>
                  <a:srgbClr val="111111"/>
                </a:solidFill>
              </a:rPr>
              <a:t>冷凍食品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0" y="2322576"/>
            <a:ext cx="1097280" cy="731520"/>
          </a:xfrm>
          <a:prstGeom prst="rect">
            <a:avLst/>
          </a:prstGeom>
          <a:solidFill>
            <a:srgbClr val="C3CFE1"/>
          </a:solidFill>
          <a:ln w="635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5029200" y="2322576"/>
            <a:ext cx="1097280" cy="7315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sz="950" b="1">
                <a:solidFill>
                  <a:srgbClr val="111111"/>
                </a:solidFill>
              </a:rPr>
              <a:t>他社委託</a:t>
            </a:r>
          </a:p>
          <a:p>
            <a:pPr algn="ctr"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sz="850" b="0">
                <a:solidFill>
                  <a:srgbClr val="111111"/>
                </a:solidFill>
              </a:rPr>
              <a:t>大手3PL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72200" y="2322576"/>
            <a:ext cx="1097280" cy="731520"/>
          </a:xfrm>
          <a:prstGeom prst="rect">
            <a:avLst/>
          </a:prstGeom>
          <a:solidFill>
            <a:srgbClr val="C3CFE1"/>
          </a:solidFill>
          <a:ln w="635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172200" y="2322576"/>
            <a:ext cx="1097280" cy="7315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sz="950" b="1">
                <a:solidFill>
                  <a:srgbClr val="111111"/>
                </a:solidFill>
              </a:rPr>
              <a:t>他社委託</a:t>
            </a:r>
          </a:p>
          <a:p>
            <a:pPr algn="ctr"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sz="850" b="0">
                <a:solidFill>
                  <a:srgbClr val="111111"/>
                </a:solidFill>
              </a:rPr>
              <a:t>大手3PL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0" y="2322576"/>
            <a:ext cx="1097280" cy="731520"/>
          </a:xfrm>
          <a:prstGeom prst="rect">
            <a:avLst/>
          </a:prstGeom>
          <a:solidFill>
            <a:srgbClr val="FFFFFF"/>
          </a:solidFill>
          <a:ln w="22225">
            <a:solidFill>
              <a:srgbClr val="D9251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315200" y="2322576"/>
            <a:ext cx="1097280" cy="7315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sz="950" b="1">
                <a:solidFill>
                  <a:srgbClr val="D9251D"/>
                </a:solidFill>
              </a:rPr>
              <a:t>新規・未取引</a:t>
            </a:r>
          </a:p>
          <a:p>
            <a:pPr algn="ctr"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sz="850" b="0">
                <a:solidFill>
                  <a:srgbClr val="D9251D"/>
                </a:solidFill>
              </a:rPr>
              <a:t>2025/10〜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58200" y="2322576"/>
            <a:ext cx="1097280" cy="731520"/>
          </a:xfrm>
          <a:prstGeom prst="rect">
            <a:avLst/>
          </a:prstGeom>
          <a:solidFill>
            <a:srgbClr val="F6F6F6"/>
          </a:solidFill>
          <a:ln w="635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458200" y="2322576"/>
            <a:ext cx="1097280" cy="7315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sz="950" b="1">
                <a:solidFill>
                  <a:srgbClr val="929292"/>
                </a:solidFill>
              </a:rPr>
              <a:t>対象外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069080" y="3108960"/>
            <a:ext cx="896112" cy="73152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4069080" y="3108960"/>
            <a:ext cx="896112" cy="7315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sz="950" b="1">
                <a:solidFill>
                  <a:srgbClr val="111111"/>
                </a:solidFill>
              </a:rPr>
              <a:t>チルド惣菜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0" y="3108960"/>
            <a:ext cx="1097280" cy="731520"/>
          </a:xfrm>
          <a:prstGeom prst="rect">
            <a:avLst/>
          </a:prstGeom>
          <a:solidFill>
            <a:srgbClr val="C3CFE1"/>
          </a:solidFill>
          <a:ln w="635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5029200" y="3108960"/>
            <a:ext cx="1097280" cy="7315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sz="950" b="1">
                <a:solidFill>
                  <a:srgbClr val="111111"/>
                </a:solidFill>
              </a:rPr>
              <a:t>他社委託</a:t>
            </a:r>
          </a:p>
          <a:p>
            <a:pPr algn="ctr"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sz="850" b="0">
                <a:solidFill>
                  <a:srgbClr val="111111"/>
                </a:solidFill>
              </a:rPr>
              <a:t>自社倉庫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72200" y="3108960"/>
            <a:ext cx="1097280" cy="731520"/>
          </a:xfrm>
          <a:prstGeom prst="rect">
            <a:avLst/>
          </a:prstGeom>
          <a:solidFill>
            <a:srgbClr val="3F5A8A"/>
          </a:solidFill>
          <a:ln w="635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172200" y="3108960"/>
            <a:ext cx="1097280" cy="7315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sz="950" b="1">
                <a:solidFill>
                  <a:srgbClr val="FFFFFF"/>
                </a:solidFill>
              </a:rPr>
              <a:t>当社取引中</a:t>
            </a:r>
          </a:p>
          <a:p>
            <a:pPr algn="ctr"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sz="850" b="0">
                <a:solidFill>
                  <a:srgbClr val="FFFFFF"/>
                </a:solidFill>
              </a:rPr>
              <a:t>関西のみ当社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15200" y="3108960"/>
            <a:ext cx="1097280" cy="731520"/>
          </a:xfrm>
          <a:prstGeom prst="rect">
            <a:avLst/>
          </a:prstGeom>
          <a:solidFill>
            <a:srgbClr val="F6F6F6"/>
          </a:solidFill>
          <a:ln w="635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7315200" y="3108960"/>
            <a:ext cx="1097280" cy="7315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sz="950" b="1">
                <a:solidFill>
                  <a:srgbClr val="929292"/>
                </a:solidFill>
              </a:rPr>
              <a:t>対象外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458200" y="3108960"/>
            <a:ext cx="1097280" cy="731520"/>
          </a:xfrm>
          <a:prstGeom prst="rect">
            <a:avLst/>
          </a:prstGeom>
          <a:solidFill>
            <a:srgbClr val="F6F6F6"/>
          </a:solidFill>
          <a:ln w="635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8458200" y="3108960"/>
            <a:ext cx="1097280" cy="7315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sz="950" b="1">
                <a:solidFill>
                  <a:srgbClr val="929292"/>
                </a:solidFill>
              </a:rPr>
              <a:t>対象外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069080" y="3895344"/>
            <a:ext cx="896112" cy="73152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4069080" y="3895344"/>
            <a:ext cx="896112" cy="7315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sz="950" b="1">
                <a:solidFill>
                  <a:srgbClr val="111111"/>
                </a:solidFill>
              </a:rPr>
              <a:t>調味料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29200" y="3895344"/>
            <a:ext cx="1097280" cy="731520"/>
          </a:xfrm>
          <a:prstGeom prst="rect">
            <a:avLst/>
          </a:prstGeom>
          <a:solidFill>
            <a:srgbClr val="C3CFE1"/>
          </a:solidFill>
          <a:ln w="635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5029200" y="3895344"/>
            <a:ext cx="1097280" cy="7315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sz="950" b="1">
                <a:solidFill>
                  <a:srgbClr val="111111"/>
                </a:solidFill>
              </a:rPr>
              <a:t>他社委託</a:t>
            </a:r>
          </a:p>
          <a:p>
            <a:pPr algn="ctr"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sz="850" b="0">
                <a:solidFill>
                  <a:srgbClr val="111111"/>
                </a:solidFill>
              </a:rPr>
              <a:t>他社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72200" y="3895344"/>
            <a:ext cx="1097280" cy="731520"/>
          </a:xfrm>
          <a:prstGeom prst="rect">
            <a:avLst/>
          </a:prstGeom>
          <a:solidFill>
            <a:srgbClr val="C3CFE1"/>
          </a:solidFill>
          <a:ln w="635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6172200" y="3895344"/>
            <a:ext cx="1097280" cy="7315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sz="950" b="1">
                <a:solidFill>
                  <a:srgbClr val="111111"/>
                </a:solidFill>
              </a:rPr>
              <a:t>他社委託</a:t>
            </a:r>
          </a:p>
          <a:p>
            <a:pPr algn="ctr"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sz="850" b="0">
                <a:solidFill>
                  <a:srgbClr val="111111"/>
                </a:solidFill>
              </a:rPr>
              <a:t>大手3PL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315200" y="3895344"/>
            <a:ext cx="1097280" cy="731520"/>
          </a:xfrm>
          <a:prstGeom prst="rect">
            <a:avLst/>
          </a:prstGeom>
          <a:solidFill>
            <a:srgbClr val="FFFFFF"/>
          </a:solidFill>
          <a:ln w="22225">
            <a:solidFill>
              <a:srgbClr val="D9251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7315200" y="3895344"/>
            <a:ext cx="1097280" cy="7315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sz="950" b="1">
                <a:solidFill>
                  <a:srgbClr val="D9251D"/>
                </a:solidFill>
              </a:rPr>
              <a:t>新規・未取引</a:t>
            </a:r>
          </a:p>
          <a:p>
            <a:pPr algn="ctr"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sz="850" b="0">
                <a:solidFill>
                  <a:srgbClr val="D9251D"/>
                </a:solidFill>
              </a:rPr>
              <a:t>冷凍と同梱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458200" y="3895344"/>
            <a:ext cx="1097280" cy="731520"/>
          </a:xfrm>
          <a:prstGeom prst="rect">
            <a:avLst/>
          </a:prstGeom>
          <a:solidFill>
            <a:srgbClr val="F6F6F6"/>
          </a:solidFill>
          <a:ln w="635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8458200" y="3895344"/>
            <a:ext cx="1097280" cy="7315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sz="950" b="1">
                <a:solidFill>
                  <a:srgbClr val="929292"/>
                </a:solidFill>
              </a:rPr>
              <a:t>対象外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069080" y="4681728"/>
            <a:ext cx="896112" cy="73152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4069080" y="4681728"/>
            <a:ext cx="896112" cy="7315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sz="950" b="1">
                <a:solidFill>
                  <a:srgbClr val="111111"/>
                </a:solidFill>
              </a:rPr>
              <a:t>業務用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029200" y="4681728"/>
            <a:ext cx="1097280" cy="731520"/>
          </a:xfrm>
          <a:prstGeom prst="rect">
            <a:avLst/>
          </a:prstGeom>
          <a:solidFill>
            <a:srgbClr val="C3CFE1"/>
          </a:solidFill>
          <a:ln w="635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5029200" y="4681728"/>
            <a:ext cx="1097280" cy="7315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sz="950" b="1">
                <a:solidFill>
                  <a:srgbClr val="111111"/>
                </a:solidFill>
              </a:rPr>
              <a:t>他社委託</a:t>
            </a:r>
          </a:p>
          <a:p>
            <a:pPr algn="ctr"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sz="850" b="0">
                <a:solidFill>
                  <a:srgbClr val="111111"/>
                </a:solidFill>
              </a:rPr>
              <a:t>他社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72200" y="4681728"/>
            <a:ext cx="1097280" cy="731520"/>
          </a:xfrm>
          <a:prstGeom prst="rect">
            <a:avLst/>
          </a:prstGeom>
          <a:solidFill>
            <a:srgbClr val="F6F6F6"/>
          </a:solidFill>
          <a:ln w="635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6172200" y="4681728"/>
            <a:ext cx="1097280" cy="7315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sz="950" b="1">
                <a:solidFill>
                  <a:srgbClr val="929292"/>
                </a:solidFill>
              </a:rPr>
              <a:t>対象外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315200" y="4681728"/>
            <a:ext cx="1097280" cy="731520"/>
          </a:xfrm>
          <a:prstGeom prst="rect">
            <a:avLst/>
          </a:prstGeom>
          <a:solidFill>
            <a:srgbClr val="F6F6F6"/>
          </a:solidFill>
          <a:ln w="635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7315200" y="4681728"/>
            <a:ext cx="1097280" cy="7315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sz="950" b="1">
                <a:solidFill>
                  <a:srgbClr val="929292"/>
                </a:solidFill>
              </a:rPr>
              <a:t>対象外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458200" y="4681728"/>
            <a:ext cx="1097280" cy="731520"/>
          </a:xfrm>
          <a:prstGeom prst="rect">
            <a:avLst/>
          </a:prstGeom>
          <a:solidFill>
            <a:srgbClr val="FFFFFF"/>
          </a:solidFill>
          <a:ln w="22225">
            <a:solidFill>
              <a:srgbClr val="D9251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8458200" y="4681728"/>
            <a:ext cx="1097280" cy="7315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sz="950" b="1">
                <a:solidFill>
                  <a:srgbClr val="D9251D"/>
                </a:solidFill>
              </a:rPr>
              <a:t>新規・未取引</a:t>
            </a:r>
          </a:p>
          <a:p>
            <a:pPr algn="ctr"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sz="850" b="0">
                <a:solidFill>
                  <a:srgbClr val="D9251D"/>
                </a:solidFill>
              </a:rPr>
              <a:t>2026/06〜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114800" y="5513832"/>
            <a:ext cx="201168" cy="146304"/>
          </a:xfrm>
          <a:prstGeom prst="rect">
            <a:avLst/>
          </a:prstGeom>
          <a:solidFill>
            <a:srgbClr val="3F5A8A"/>
          </a:solidFill>
          <a:ln w="1270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4370832" y="54681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850" b="0">
                <a:solidFill>
                  <a:srgbClr val="111111"/>
                </a:solidFill>
              </a:rPr>
              <a:t>当社取引中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486400" y="5513832"/>
            <a:ext cx="201168" cy="146304"/>
          </a:xfrm>
          <a:prstGeom prst="rect">
            <a:avLst/>
          </a:prstGeom>
          <a:solidFill>
            <a:srgbClr val="C3CFE1"/>
          </a:solidFill>
          <a:ln w="1270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TextBox 80"/>
          <p:cNvSpPr txBox="1"/>
          <p:nvPr/>
        </p:nvSpPr>
        <p:spPr>
          <a:xfrm>
            <a:off x="5742432" y="54681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850" b="0">
                <a:solidFill>
                  <a:srgbClr val="111111"/>
                </a:solidFill>
              </a:rPr>
              <a:t>他社委託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858000" y="5513832"/>
            <a:ext cx="201168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9251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7114032" y="54681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850" b="0">
                <a:solidFill>
                  <a:srgbClr val="111111"/>
                </a:solidFill>
              </a:rPr>
              <a:t>新規・未取引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229600" y="5513832"/>
            <a:ext cx="201168" cy="146304"/>
          </a:xfrm>
          <a:prstGeom prst="rect">
            <a:avLst/>
          </a:prstGeom>
          <a:solidFill>
            <a:srgbClr val="F6F6F6"/>
          </a:solidFill>
          <a:ln w="12700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TextBox 84"/>
          <p:cNvSpPr txBox="1"/>
          <p:nvPr/>
        </p:nvSpPr>
        <p:spPr>
          <a:xfrm>
            <a:off x="8485632" y="546811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850" b="0">
                <a:solidFill>
                  <a:srgbClr val="111111"/>
                </a:solidFill>
              </a:rPr>
              <a:t>対象外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069080" y="5779008"/>
            <a:ext cx="5504688" cy="5486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 marL="0" indent="0">
              <a:lnSpc>
                <a:spcPct val="105000"/>
              </a:lnSpc>
              <a:buNone/>
            </a:pPr>
            <a:r>
              <a:rPr sz="1050" b="1">
                <a:solidFill>
                  <a:srgbClr val="D9251D"/>
                </a:solidFill>
              </a:rPr>
              <a:t>取引中は「チルド × 量販配送」の1区画だけ。伸びている冷凍側に、委託先が固まっていない区画が3つある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0">
                <a:solidFill>
                  <a:srgbClr val="111111"/>
                </a:solidFill>
              </a:rPr>
              <a:t>サンプル食品株式会社（5）　提案仮説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914400"/>
            <a:ext cx="92445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1400" b="1">
                <a:solidFill>
                  <a:srgbClr val="111111"/>
                </a:solidFill>
              </a:rPr>
              <a:t>委託先の見直しを入口に、2温度帯の一括納品と年末の波動対応で取引を広げる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6647688"/>
            <a:ext cx="9144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900" b="0">
                <a:solidFill>
                  <a:srgbClr val="111111"/>
                </a:solidFill>
              </a:rPr>
              <a:t>2026/10/22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665976"/>
            <a:ext cx="777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sz="900" b="0">
                <a:solidFill>
                  <a:srgbClr val="111111"/>
                </a:solidFill>
              </a:rPr>
              <a:t>- 5 -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" y="6382512"/>
            <a:ext cx="8595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800" b="0">
                <a:solidFill>
                  <a:srgbClr val="626262"/>
                </a:solidFill>
              </a:rPr>
              <a:t>出所：</a:t>
            </a:r>
            <a:r>
              <a:rPr sz="800" b="0">
                <a:solidFill>
                  <a:srgbClr val="626262"/>
                </a:solidFill>
              </a:rPr>
              <a:t>(1)〜(4)の分析にもとづく仮説。説明用に作成したサンプル（実在企業の情報ではない）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" y="1444752"/>
            <a:ext cx="2980944" cy="841248"/>
          </a:xfrm>
          <a:prstGeom prst="rect">
            <a:avLst/>
          </a:prstGeom>
          <a:solidFill>
            <a:srgbClr val="2E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38912" y="1481328"/>
            <a:ext cx="27614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900" b="1">
                <a:solidFill>
                  <a:srgbClr val="BDBDBD"/>
                </a:solidFill>
              </a:rPr>
              <a:t>仮説1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682496"/>
            <a:ext cx="276148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1150" b="1">
                <a:solidFill>
                  <a:srgbClr val="FFFFFF"/>
                </a:solidFill>
              </a:rPr>
              <a:t>委託先の見直しが始まる前に、相見積もりの席を取る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" y="2359152"/>
            <a:ext cx="786384" cy="237744"/>
          </a:xfrm>
          <a:prstGeom prst="rect">
            <a:avLst/>
          </a:prstGeom>
          <a:solidFill>
            <a:srgbClr val="D9251D"/>
          </a:solidFill>
          <a:ln w="9525">
            <a:solidFill>
              <a:srgbClr val="D925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29184" y="2359152"/>
            <a:ext cx="78638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sz="850" b="1">
                <a:solidFill>
                  <a:srgbClr val="FFFFFF"/>
                </a:solidFill>
              </a:rPr>
              <a:t>確度 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70432" y="2359152"/>
            <a:ext cx="786384" cy="237744"/>
          </a:xfrm>
          <a:prstGeom prst="rect">
            <a:avLst/>
          </a:prstGeom>
          <a:solidFill>
            <a:srgbClr val="D9251D"/>
          </a:solidFill>
          <a:ln w="9525">
            <a:solidFill>
              <a:srgbClr val="D925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170432" y="2359152"/>
            <a:ext cx="78638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sz="850" b="1">
                <a:solidFill>
                  <a:srgbClr val="FFFFFF"/>
                </a:solidFill>
              </a:rPr>
              <a:t>規模 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" y="2697480"/>
            <a:ext cx="2980944" cy="1078992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20623" y="2743200"/>
            <a:ext cx="279806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850" b="1">
                <a:solidFill>
                  <a:srgbClr val="626262"/>
                </a:solidFill>
              </a:rPr>
              <a:t>根拠（事実）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2926080"/>
            <a:ext cx="2871215" cy="8412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 marL="155448" indent="-155448">
              <a:lnSpc>
                <a:spcPct val="98000"/>
              </a:lnSpc>
              <a:spcBef>
                <a:spcPts val="300"/>
              </a:spcBef>
              <a:buFont typeface="Wingdings"/>
              <a:buChar char="§"/>
            </a:pPr>
            <a:r>
              <a:rPr sz="900" b="0">
                <a:solidFill>
                  <a:srgbClr val="111111"/>
                </a:solidFill>
              </a:rPr>
              <a:t>2026/04に物流部を新設。求人に「委託先の再編」と記載</a:t>
            </a:r>
          </a:p>
          <a:p>
            <a:pPr algn="l" marL="155448" indent="-155448">
              <a:lnSpc>
                <a:spcPct val="98000"/>
              </a:lnSpc>
              <a:spcBef>
                <a:spcPts val="300"/>
              </a:spcBef>
              <a:buFont typeface="Wingdings"/>
              <a:buChar char="§"/>
            </a:pPr>
            <a:r>
              <a:rPr sz="900" b="0">
                <a:solidFill>
                  <a:srgbClr val="111111"/>
                </a:solidFill>
              </a:rPr>
              <a:t>冷凍の保管・配送は大手3PL1社に集中（推定）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" y="3767328"/>
            <a:ext cx="29809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sz="900" b="0">
                <a:solidFill>
                  <a:srgbClr val="929292"/>
                </a:solidFill>
              </a:rPr>
              <a:t>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" y="3986784"/>
            <a:ext cx="2980944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20623" y="4032504"/>
            <a:ext cx="279806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850" b="1">
                <a:solidFill>
                  <a:srgbClr val="626262"/>
                </a:solidFill>
              </a:rPr>
              <a:t>読み（推察）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3" y="4224528"/>
            <a:ext cx="27980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900" b="0">
                <a:solidFill>
                  <a:srgbClr val="111111"/>
                </a:solidFill>
              </a:rPr>
              <a:t>冷凍比率50%を前に、1社依存を見直す段階。入札の前で、候補先はまだ固まっていない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" y="4873752"/>
            <a:ext cx="29809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sz="900" b="0">
                <a:solidFill>
                  <a:srgbClr val="D9251D"/>
                </a:solidFill>
              </a:rPr>
              <a:t>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84" y="5093208"/>
            <a:ext cx="2980944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D925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20623" y="5138928"/>
            <a:ext cx="279806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850" b="1">
                <a:solidFill>
                  <a:srgbClr val="D9251D"/>
                </a:solidFill>
              </a:rPr>
              <a:t>提案・初回の打ち手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3" y="5330952"/>
            <a:ext cx="2798063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950" b="1">
                <a:solidFill>
                  <a:srgbClr val="111111"/>
                </a:solidFill>
              </a:rPr>
              <a:t>物流部長に「冷凍の委託を2社体制にした場合のコストと災害時の備え」の比較を持ち込み、候補先に入る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56432" y="1444752"/>
            <a:ext cx="2980944" cy="841248"/>
          </a:xfrm>
          <a:prstGeom prst="rect">
            <a:avLst/>
          </a:prstGeom>
          <a:solidFill>
            <a:srgbClr val="2E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566160" y="1481328"/>
            <a:ext cx="27614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900" b="1">
                <a:solidFill>
                  <a:srgbClr val="BDBDBD"/>
                </a:solidFill>
              </a:rPr>
              <a:t>仮説2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1682496"/>
            <a:ext cx="276148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1150" b="1">
                <a:solidFill>
                  <a:srgbClr val="FFFFFF"/>
                </a:solidFill>
              </a:rPr>
              <a:t>外食向けは「2温度帯の一括納品」で入る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56432" y="2359152"/>
            <a:ext cx="786384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9292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3456432" y="2359152"/>
            <a:ext cx="78638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sz="850" b="1">
                <a:solidFill>
                  <a:srgbClr val="4A4A4A"/>
                </a:solidFill>
              </a:rPr>
              <a:t>確度 中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80" y="2359152"/>
            <a:ext cx="786384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9292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297680" y="2359152"/>
            <a:ext cx="78638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sz="850" b="1">
                <a:solidFill>
                  <a:srgbClr val="4A4A4A"/>
                </a:solidFill>
              </a:rPr>
              <a:t>規模 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56432" y="2697480"/>
            <a:ext cx="2980944" cy="1078992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3547872" y="2743200"/>
            <a:ext cx="279806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850" b="1">
                <a:solidFill>
                  <a:srgbClr val="626262"/>
                </a:solidFill>
              </a:rPr>
              <a:t>根拠（事実）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11296" y="2926080"/>
            <a:ext cx="2871215" cy="8412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 marL="155448" indent="-155448">
              <a:lnSpc>
                <a:spcPct val="98000"/>
              </a:lnSpc>
              <a:spcBef>
                <a:spcPts val="300"/>
              </a:spcBef>
              <a:buFont typeface="Wingdings"/>
              <a:buChar char="§"/>
            </a:pPr>
            <a:r>
              <a:rPr sz="900" b="0">
                <a:solidFill>
                  <a:srgbClr val="111111"/>
                </a:solidFill>
              </a:rPr>
              <a:t>2026/06から関西・中部の外食チェーン3社へ業務用を供給</a:t>
            </a:r>
          </a:p>
          <a:p>
            <a:pPr algn="l" marL="155448" indent="-155448">
              <a:lnSpc>
                <a:spcPct val="98000"/>
              </a:lnSpc>
              <a:spcBef>
                <a:spcPts val="300"/>
              </a:spcBef>
              <a:buFont typeface="Wingdings"/>
              <a:buChar char="§"/>
            </a:pPr>
            <a:r>
              <a:rPr sz="900" b="0">
                <a:solidFill>
                  <a:srgbClr val="111111"/>
                </a:solidFill>
              </a:rPr>
              <a:t>当社は関西で量販向けチルド便を毎日運行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56432" y="3767328"/>
            <a:ext cx="29809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sz="900" b="0">
                <a:solidFill>
                  <a:srgbClr val="929292"/>
                </a:solidFill>
              </a:rPr>
              <a:t>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56432" y="3986784"/>
            <a:ext cx="2980944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3547872" y="4032504"/>
            <a:ext cx="279806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850" b="1">
                <a:solidFill>
                  <a:srgbClr val="626262"/>
                </a:solidFill>
              </a:rPr>
              <a:t>読み（推察）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47872" y="4224528"/>
            <a:ext cx="27980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900" b="0">
                <a:solidFill>
                  <a:srgbClr val="111111"/>
                </a:solidFill>
              </a:rPr>
              <a:t>店舗は冷凍とチルドを別便で受けると、検品と収納の手間が倍になる。一括納品の要望が出やすい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56432" y="4873752"/>
            <a:ext cx="29809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sz="900" b="0">
                <a:solidFill>
                  <a:srgbClr val="D9251D"/>
                </a:solidFill>
              </a:rPr>
              <a:t>▼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56432" y="5093208"/>
            <a:ext cx="2980944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D925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3547872" y="5138928"/>
            <a:ext cx="279806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850" b="1">
                <a:solidFill>
                  <a:srgbClr val="D9251D"/>
                </a:solidFill>
              </a:rPr>
              <a:t>提案・初回の打ち手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47872" y="5330952"/>
            <a:ext cx="2798063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950" b="1">
                <a:solidFill>
                  <a:srgbClr val="111111"/>
                </a:solidFill>
              </a:rPr>
              <a:t>既存のチルド便に冷凍を混載した店舗への一括納品を提案。冷凍専用便の大手3PLにない切り口になる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0" y="1444752"/>
            <a:ext cx="2980944" cy="841248"/>
          </a:xfrm>
          <a:prstGeom prst="rect">
            <a:avLst/>
          </a:prstGeom>
          <a:solidFill>
            <a:srgbClr val="2E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693408" y="1481328"/>
            <a:ext cx="27614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900" b="1">
                <a:solidFill>
                  <a:srgbClr val="BDBDBD"/>
                </a:solidFill>
              </a:rPr>
              <a:t>仮説3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93408" y="1682496"/>
            <a:ext cx="276148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1150" b="1">
                <a:solidFill>
                  <a:srgbClr val="FFFFFF"/>
                </a:solidFill>
              </a:rPr>
              <a:t>ふるさと納税の「12月の山」だけを請け負う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0" y="2359152"/>
            <a:ext cx="786384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9292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583680" y="2359152"/>
            <a:ext cx="78638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sz="850" b="1">
                <a:solidFill>
                  <a:srgbClr val="4A4A4A"/>
                </a:solidFill>
              </a:rPr>
              <a:t>確度 中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24928" y="2359152"/>
            <a:ext cx="786384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9292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7424928" y="2359152"/>
            <a:ext cx="78638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sz="850" b="1">
                <a:solidFill>
                  <a:srgbClr val="4A4A4A"/>
                </a:solidFill>
              </a:rPr>
              <a:t>規模 小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0" y="2697480"/>
            <a:ext cx="2980944" cy="1078992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6675120" y="2743200"/>
            <a:ext cx="279806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850" b="1">
                <a:solidFill>
                  <a:srgbClr val="626262"/>
                </a:solidFill>
              </a:rPr>
              <a:t>根拠（事実）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38544" y="2926080"/>
            <a:ext cx="2871215" cy="8412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 marL="155448" indent="-155448">
              <a:lnSpc>
                <a:spcPct val="98000"/>
              </a:lnSpc>
              <a:spcBef>
                <a:spcPts val="300"/>
              </a:spcBef>
              <a:buFont typeface="Wingdings"/>
              <a:buChar char="§"/>
            </a:pPr>
            <a:r>
              <a:rPr sz="900" b="0">
                <a:solidFill>
                  <a:srgbClr val="111111"/>
                </a:solidFill>
              </a:rPr>
              <a:t>2025/10にふるさと納税へ参入。冷凍ギョーザが返礼品</a:t>
            </a:r>
          </a:p>
          <a:p>
            <a:pPr algn="l" marL="155448" indent="-155448">
              <a:lnSpc>
                <a:spcPct val="98000"/>
              </a:lnSpc>
              <a:spcBef>
                <a:spcPts val="300"/>
              </a:spcBef>
              <a:buFont typeface="Wingdings"/>
              <a:buChar char="§"/>
            </a:pPr>
            <a:r>
              <a:rPr sz="900" b="0">
                <a:solidFill>
                  <a:srgbClr val="111111"/>
                </a:solidFill>
              </a:rPr>
              <a:t>EC・ふるさと納税の発送体制は未公表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0" y="3767328"/>
            <a:ext cx="29809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sz="900" b="0">
                <a:solidFill>
                  <a:srgbClr val="929292"/>
                </a:solidFill>
              </a:rPr>
              <a:t>▼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83680" y="3986784"/>
            <a:ext cx="2980944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BDB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6675120" y="4032504"/>
            <a:ext cx="279806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850" b="1">
                <a:solidFill>
                  <a:srgbClr val="626262"/>
                </a:solidFill>
              </a:rPr>
              <a:t>読み（推察）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75120" y="4224528"/>
            <a:ext cx="27980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900" b="0">
                <a:solidFill>
                  <a:srgbClr val="111111"/>
                </a:solidFill>
              </a:rPr>
              <a:t>寄付は12月に集中しやすい。自社出荷では年末に出荷が追いつかず、遅配の苦情につながりやすい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0" y="4873752"/>
            <a:ext cx="29809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sz="900" b="0">
                <a:solidFill>
                  <a:srgbClr val="D9251D"/>
                </a:solidFill>
              </a:rPr>
              <a:t>▼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83680" y="5093208"/>
            <a:ext cx="2980944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D925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6675120" y="5138928"/>
            <a:ext cx="279806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850" b="1">
                <a:solidFill>
                  <a:srgbClr val="D9251D"/>
                </a:solidFill>
              </a:rPr>
              <a:t>提案・初回の打ち手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75120" y="5330952"/>
            <a:ext cx="2798063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950" b="1">
                <a:solidFill>
                  <a:srgbClr val="111111"/>
                </a:solidFill>
              </a:rPr>
              <a:t>11〜1月だけの冷凍小口出荷を、年間契約なしで請け負う。小さく実績を作り、仮説1の相見積もりにつなげる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9184" y="6144768"/>
            <a:ext cx="9235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sz="850" b="1">
                <a:solidFill>
                  <a:srgbClr val="4A4A4A"/>
                </a:solidFill>
              </a:rPr>
              <a:t>留意点：</a:t>
            </a:r>
            <a:r>
              <a:rPr sz="850" b="0">
                <a:solidFill>
                  <a:srgbClr val="4A4A4A"/>
                </a:solidFill>
              </a:rPr>
              <a:t>冷凍の主委託先とは長期契約の可能性が高い。置き換えを正面から提案せず、新しく生まれる区画から入る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32687&quot;&gt;&lt;version val=&quot;38742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標準デザイン">
  <a:themeElements>
    <a:clrScheme name="Neunon Consulting Scheme">
      <a:dk1>
        <a:srgbClr val="111111"/>
      </a:dk1>
      <a:lt1>
        <a:srgbClr val="FFFFFF"/>
      </a:lt1>
      <a:dk2>
        <a:srgbClr val="4A4A4A"/>
      </a:dk2>
      <a:lt2>
        <a:srgbClr val="F5F6F6"/>
      </a:lt2>
      <a:accent1>
        <a:srgbClr val="2E2E2E"/>
      </a:accent1>
      <a:accent2>
        <a:srgbClr val="626262"/>
      </a:accent2>
      <a:accent3>
        <a:srgbClr val="929292"/>
      </a:accent3>
      <a:accent4>
        <a:srgbClr val="BDBDBD"/>
      </a:accent4>
      <a:accent5>
        <a:srgbClr val="D8DADA"/>
      </a:accent5>
      <a:accent6>
        <a:srgbClr val="EEEEEE"/>
      </a:accent6>
      <a:hlink>
        <a:srgbClr val="2F73FF"/>
      </a:hlink>
      <a:folHlink>
        <a:srgbClr val="7396D8"/>
      </a:folHlink>
    </a:clrScheme>
    <a:fontScheme name="ユーザー定義 4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36000" tIns="36000" rIns="36000" bIns="3600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/>
            <a:ea typeface="ＭＳ Ｐゴシック" pitchFamily="50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36000" tIns="36000" rIns="36000" bIns="3600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/>
            <a:ea typeface="ＭＳ Ｐゴシック" pitchFamily="50" charset="-128"/>
          </a:defRPr>
        </a:defPPr>
      </a:lstStyle>
    </a:ln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FFFFFF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C8C8C8"/>
        </a:accent6>
        <a:hlink>
          <a:srgbClr val="8080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FFFFFF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AEAEAE"/>
        </a:accent6>
        <a:hlink>
          <a:srgbClr val="8080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ink-cell Template">
  <a:themeElements>
    <a:clrScheme name="Neunon Consulting Scheme">
      <a:dk1>
        <a:srgbClr val="111111"/>
      </a:dk1>
      <a:lt1>
        <a:srgbClr val="FFFFFF"/>
      </a:lt1>
      <a:dk2>
        <a:srgbClr val="4A4A4A"/>
      </a:dk2>
      <a:lt2>
        <a:srgbClr val="F2F2F2"/>
      </a:lt2>
      <a:accent1>
        <a:srgbClr val="2B2B2B"/>
      </a:accent1>
      <a:accent2>
        <a:srgbClr val="5A5A5A"/>
      </a:accent2>
      <a:accent3>
        <a:srgbClr val="8A8A8A"/>
      </a:accent3>
      <a:accent4>
        <a:srgbClr val="CFCFCF"/>
      </a:accent4>
      <a:accent5>
        <a:srgbClr val="326CE5"/>
      </a:accent5>
      <a:accent6>
        <a:srgbClr val="8FB2F0"/>
      </a:accent6>
      <a:hlink>
        <a:srgbClr val="3B6EA8"/>
      </a:hlink>
      <a:folHlink>
        <a:srgbClr val="7A8793"/>
      </a:folHlink>
    </a:clrScheme>
    <a:fontScheme name="think-cel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 w="9525">
          <a:noFill/>
        </a:ln>
      </a:spPr>
      <a:bodyPr lIns="72000" tIns="72000" rIns="72000" bIns="72000" rtlCol="0" anchor="ctr"/>
      <a:lstStyle>
        <a:defPPr algn="l">
          <a:defRPr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>
        <a:spAutoFit/>
      </a:bodyPr>
      <a:lstStyle>
        <a:defPPr marL="0" indent="0" algn="l">
          <a:buNone/>
          <a:defRPr sz="14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Arrows.potx" id="{9BD2E0BB-9DB7-4B9C-A376-B283579A1999}" vid="{1C043006-78B0-4745-AA45-827FB7BA381A}"/>
    </a:ext>
  </a:extLst>
</a:theme>
</file>

<file path=ppt/theme/theme3.xml><?xml version="1.0" encoding="utf-8"?>
<a:theme xmlns:a="http://schemas.openxmlformats.org/drawingml/2006/main" name="Office ​​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​​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6542</TotalTime>
  <Words>1120</Words>
  <Application>Microsoft Office PowerPoint</Application>
  <PresentationFormat>A4 210 x 297 mm</PresentationFormat>
  <Paragraphs>459</Paragraphs>
  <Slides>29</Slides>
  <Notes>2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11</vt:i4>
      </vt:variant>
      <vt:variant>
        <vt:lpstr>テーマ</vt:lpstr>
      </vt:variant>
      <vt:variant>
        <vt:i4>2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29</vt:i4>
      </vt:variant>
    </vt:vector>
  </HeadingPairs>
  <TitlesOfParts>
    <vt:vector size="43" baseType="lpstr">
      <vt:lpstr>Futura</vt:lpstr>
      <vt:lpstr>Monotype Sorts</vt:lpstr>
      <vt:lpstr>Arial</vt:lpstr>
      <vt:lpstr>Calibri</vt:lpstr>
      <vt:lpstr>MS Outlook</vt:lpstr>
      <vt:lpstr>ＭＳ Ｐゴシック</vt:lpstr>
      <vt:lpstr>MT Extra</vt:lpstr>
      <vt:lpstr>Symbol</vt:lpstr>
      <vt:lpstr>Times New Roman</vt:lpstr>
      <vt:lpstr>Verdana</vt:lpstr>
      <vt:lpstr>Wingdings</vt:lpstr>
      <vt:lpstr>標準デザイン</vt:lpstr>
      <vt:lpstr>think-cell Template</vt:lpstr>
      <vt:lpstr>thinkcellスライド</vt:lpstr>
      <vt:lpstr>PowerPoint プレゼンテーション</vt:lpstr>
      <vt:lpstr>PowerPoint プレゼンテーション</vt:lpstr>
      <vt:lpstr>Appendix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パーツ2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Gene Concept,corp.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タイトル  サブタイトル</dc:title>
  <dc:creator>Gene Concept Corp.</dc:creator>
  <cp:lastModifiedBy>坂本 慧｜株式会社Neunon Consulting</cp:lastModifiedBy>
  <cp:revision>317</cp:revision>
  <cp:lastPrinted>1998-08-11T08:21:12Z</cp:lastPrinted>
  <dcterms:created xsi:type="dcterms:W3CDTF">1998-03-12T01:34:56Z</dcterms:created>
  <dcterms:modified xsi:type="dcterms:W3CDTF">2026-09-14T03:43:18Z</dcterms:modified>
</cp:coreProperties>
</file>